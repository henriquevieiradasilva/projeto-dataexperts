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1" r:id="rId5"/>
    <p:sldId id="270" r:id="rId6"/>
    <p:sldId id="276" r:id="rId7"/>
    <p:sldId id="274" r:id="rId8"/>
    <p:sldId id="271" r:id="rId9"/>
    <p:sldId id="279" r:id="rId10"/>
    <p:sldId id="268" r:id="rId11"/>
    <p:sldId id="267" r:id="rId12"/>
    <p:sldId id="263" r:id="rId13"/>
    <p:sldId id="272" r:id="rId14"/>
    <p:sldId id="278" r:id="rId15"/>
    <p:sldId id="258" r:id="rId16"/>
    <p:sldId id="259" r:id="rId17"/>
    <p:sldId id="264" r:id="rId18"/>
    <p:sldId id="266" r:id="rId19"/>
    <p:sldId id="260" r:id="rId20"/>
    <p:sldId id="256" r:id="rId21"/>
    <p:sldId id="275" r:id="rId22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500"/>
    <a:srgbClr val="6E6E6E"/>
    <a:srgbClr val="FF9A73"/>
    <a:srgbClr val="FF6A33"/>
    <a:srgbClr val="FFD6C7"/>
    <a:srgbClr val="3A3A3A"/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88C03-304E-EB45-CA87-B8F724E32D90}" v="987" dt="2026-02-06T12:17:31.427"/>
    <p1510:client id="{F051B1E0-F2BD-B335-2DF1-5C018349C10A}" v="1844" dt="2026-02-06T11:09:01.768"/>
    <p1510:client id="{F87A54BB-7F0E-4C42-8E8B-AEC1ADBA1E5E}" v="3920" dt="2026-02-06T10:17:4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45BDC-6583-4118-9CFD-166D24E582F4}" type="doc">
      <dgm:prSet loTypeId="urn:microsoft.com/office/officeart/2005/8/layout/process1" loCatId="process" qsTypeId="urn:microsoft.com/office/officeart/2005/8/quickstyle/3d1" qsCatId="3D" csTypeId="urn:microsoft.com/office/officeart/2005/8/colors/accent2_2" csCatId="accent2" phldr="1"/>
      <dgm:spPr/>
    </dgm:pt>
    <dgm:pt modelId="{939C75F3-2DF4-49D1-8341-6B8D79A42ABF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GOLD</a:t>
          </a:r>
          <a:endParaRPr lang="pt-BR" sz="1800" b="1">
            <a:solidFill>
              <a:srgbClr val="3A3A3A"/>
            </a:solidFill>
            <a:latin typeface="Segoe UI Semibold"/>
            <a:ea typeface="Calibri Light" panose="020F0302020204030204"/>
            <a:cs typeface="Calibri Light" panose="020F0302020204030204"/>
          </a:endParaRPr>
        </a:p>
      </dgm:t>
    </dgm:pt>
    <dgm:pt modelId="{343EB22B-E88C-459B-BFF6-6035378F4E67}" type="parTrans" cxnId="{7377329F-38AA-4D58-BC3A-D457AB0FF033}">
      <dgm:prSet/>
      <dgm:spPr/>
    </dgm:pt>
    <dgm:pt modelId="{0BF6AA13-ADA7-4831-9705-A3A21C78CA12}" type="sibTrans" cxnId="{7377329F-38AA-4D58-BC3A-D457AB0FF033}">
      <dgm:prSet/>
      <dgm:spPr/>
    </dgm:pt>
    <dgm:pt modelId="{50C1A482-3B6D-4688-B6D4-6B2A2E3409D9}">
      <dgm:prSet/>
      <dgm:spPr/>
      <dgm:t>
        <a:bodyPr/>
        <a:lstStyle/>
        <a:p>
          <a:pPr algn="ctr" rtl="0"/>
          <a:r>
            <a:rPr lang="pt-BR" sz="1300" b="1" i="0" u="none">
              <a:solidFill>
                <a:srgbClr val="3A3A3A"/>
              </a:solidFill>
              <a:latin typeface="Segoe UI Semibold"/>
              <a:cs typeface="Segoe UI Semibold"/>
            </a:rPr>
            <a:t>LANDING</a:t>
          </a:r>
          <a:r>
            <a:rPr lang="pt-BR" sz="1300" b="1" i="0">
              <a:solidFill>
                <a:srgbClr val="3A3A3A"/>
              </a:solidFill>
              <a:latin typeface="Segoe UI Semibold"/>
              <a:cs typeface="Segoe UI"/>
            </a:rPr>
            <a:t> </a:t>
          </a:r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ZONE</a:t>
          </a:r>
        </a:p>
      </dgm:t>
    </dgm:pt>
    <dgm:pt modelId="{17434B9C-8B1A-4B74-82F3-BAA5112766EB}" type="parTrans" cxnId="{5AA3DD5C-E32C-45C3-B98F-4620D985072F}">
      <dgm:prSet/>
      <dgm:spPr/>
    </dgm:pt>
    <dgm:pt modelId="{C367C921-6A9C-426A-A9A5-2AF57F191EE9}" type="sibTrans" cxnId="{5AA3DD5C-E32C-45C3-B98F-4620D985072F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A65F93DF-DB04-4A83-8CF7-A256DDA15636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BRONZE</a:t>
          </a:r>
        </a:p>
      </dgm:t>
    </dgm:pt>
    <dgm:pt modelId="{A7ACE358-172E-482C-955D-8809FFCE48D7}" type="parTrans" cxnId="{1A3F0763-5A54-47BF-8653-E6B8717FDA1B}">
      <dgm:prSet/>
      <dgm:spPr/>
    </dgm:pt>
    <dgm:pt modelId="{5E00CF1C-CEE8-4FE6-833F-78C66B76ABBA}" type="sibTrans" cxnId="{1A3F0763-5A54-47BF-8653-E6B8717FDA1B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1A22C623-0E0B-428B-819D-79949EB6D143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SILVER</a:t>
          </a:r>
        </a:p>
      </dgm:t>
    </dgm:pt>
    <dgm:pt modelId="{E037DE6D-739C-4805-ACC9-C9A2C9235443}" type="parTrans" cxnId="{04D9DEDF-28E1-45A4-A8AD-945F23AFF0F3}">
      <dgm:prSet/>
      <dgm:spPr/>
    </dgm:pt>
    <dgm:pt modelId="{F68BC16D-4F55-41F8-B06A-9AB8518DD48D}" type="sibTrans" cxnId="{04D9DEDF-28E1-45A4-A8AD-945F23AFF0F3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198C1976-E940-47F1-AAFB-B1CB9A5261CA}" type="pres">
      <dgm:prSet presAssocID="{A7445BDC-6583-4118-9CFD-166D24E582F4}" presName="Name0" presStyleCnt="0">
        <dgm:presLayoutVars>
          <dgm:dir/>
          <dgm:resizeHandles val="exact"/>
        </dgm:presLayoutVars>
      </dgm:prSet>
      <dgm:spPr/>
    </dgm:pt>
    <dgm:pt modelId="{610B1A1A-9764-43B7-80D3-16F036E8C916}" type="pres">
      <dgm:prSet presAssocID="{50C1A482-3B6D-4688-B6D4-6B2A2E3409D9}" presName="node" presStyleLbl="node1" presStyleIdx="0" presStyleCnt="4">
        <dgm:presLayoutVars>
          <dgm:bulletEnabled val="1"/>
        </dgm:presLayoutVars>
      </dgm:prSet>
      <dgm:spPr/>
    </dgm:pt>
    <dgm:pt modelId="{8791F3E9-69CD-4D28-948C-36166D701DAC}" type="pres">
      <dgm:prSet presAssocID="{C367C921-6A9C-426A-A9A5-2AF57F191EE9}" presName="sibTrans" presStyleLbl="sibTrans2D1" presStyleIdx="0" presStyleCnt="3"/>
      <dgm:spPr/>
    </dgm:pt>
    <dgm:pt modelId="{99007C29-8935-4E01-AE1F-D7027213A689}" type="pres">
      <dgm:prSet presAssocID="{C367C921-6A9C-426A-A9A5-2AF57F191EE9}" presName="connectorText" presStyleLbl="sibTrans2D1" presStyleIdx="0" presStyleCnt="3"/>
      <dgm:spPr/>
    </dgm:pt>
    <dgm:pt modelId="{5A64838B-0935-468A-B04F-5303E7F34BEE}" type="pres">
      <dgm:prSet presAssocID="{A65F93DF-DB04-4A83-8CF7-A256DDA15636}" presName="node" presStyleLbl="node1" presStyleIdx="1" presStyleCnt="4">
        <dgm:presLayoutVars>
          <dgm:bulletEnabled val="1"/>
        </dgm:presLayoutVars>
      </dgm:prSet>
      <dgm:spPr/>
    </dgm:pt>
    <dgm:pt modelId="{10592560-37FA-4249-8134-882982F22512}" type="pres">
      <dgm:prSet presAssocID="{5E00CF1C-CEE8-4FE6-833F-78C66B76ABBA}" presName="sibTrans" presStyleLbl="sibTrans2D1" presStyleIdx="1" presStyleCnt="3"/>
      <dgm:spPr/>
    </dgm:pt>
    <dgm:pt modelId="{BBC4C95B-9059-46F3-9748-BF52FEBFB5AE}" type="pres">
      <dgm:prSet presAssocID="{5E00CF1C-CEE8-4FE6-833F-78C66B76ABBA}" presName="connectorText" presStyleLbl="sibTrans2D1" presStyleIdx="1" presStyleCnt="3"/>
      <dgm:spPr/>
    </dgm:pt>
    <dgm:pt modelId="{2742A6B3-3DA3-4EEF-AA66-9E0FAD6911B5}" type="pres">
      <dgm:prSet presAssocID="{1A22C623-0E0B-428B-819D-79949EB6D143}" presName="node" presStyleLbl="node1" presStyleIdx="2" presStyleCnt="4">
        <dgm:presLayoutVars>
          <dgm:bulletEnabled val="1"/>
        </dgm:presLayoutVars>
      </dgm:prSet>
      <dgm:spPr/>
    </dgm:pt>
    <dgm:pt modelId="{37E4AF62-F996-44C2-A8E7-A5AEA08E7EC0}" type="pres">
      <dgm:prSet presAssocID="{F68BC16D-4F55-41F8-B06A-9AB8518DD48D}" presName="sibTrans" presStyleLbl="sibTrans2D1" presStyleIdx="2" presStyleCnt="3"/>
      <dgm:spPr/>
    </dgm:pt>
    <dgm:pt modelId="{985D43C7-8723-4BCC-9A90-721879208259}" type="pres">
      <dgm:prSet presAssocID="{F68BC16D-4F55-41F8-B06A-9AB8518DD48D}" presName="connectorText" presStyleLbl="sibTrans2D1" presStyleIdx="2" presStyleCnt="3"/>
      <dgm:spPr/>
    </dgm:pt>
    <dgm:pt modelId="{F23D68BC-EA09-4779-AD2F-3DD3767589AA}" type="pres">
      <dgm:prSet presAssocID="{939C75F3-2DF4-49D1-8341-6B8D79A42ABF}" presName="node" presStyleLbl="node1" presStyleIdx="3" presStyleCnt="4">
        <dgm:presLayoutVars>
          <dgm:bulletEnabled val="1"/>
        </dgm:presLayoutVars>
      </dgm:prSet>
      <dgm:spPr/>
    </dgm:pt>
  </dgm:ptLst>
  <dgm:cxnLst>
    <dgm:cxn modelId="{B98B7814-57FA-44BA-87F1-DFBCC3750430}" type="presOf" srcId="{F68BC16D-4F55-41F8-B06A-9AB8518DD48D}" destId="{37E4AF62-F996-44C2-A8E7-A5AEA08E7EC0}" srcOrd="0" destOrd="0" presId="urn:microsoft.com/office/officeart/2005/8/layout/process1"/>
    <dgm:cxn modelId="{FFA2DC1C-C8FD-4E75-BA2F-8AA1B1595A30}" type="presOf" srcId="{50C1A482-3B6D-4688-B6D4-6B2A2E3409D9}" destId="{610B1A1A-9764-43B7-80D3-16F036E8C916}" srcOrd="0" destOrd="0" presId="urn:microsoft.com/office/officeart/2005/8/layout/process1"/>
    <dgm:cxn modelId="{BDAA911F-1942-42D7-8D94-0AE428766EE5}" type="presOf" srcId="{A65F93DF-DB04-4A83-8CF7-A256DDA15636}" destId="{5A64838B-0935-468A-B04F-5303E7F34BEE}" srcOrd="0" destOrd="0" presId="urn:microsoft.com/office/officeart/2005/8/layout/process1"/>
    <dgm:cxn modelId="{719DC122-1366-4D91-8121-FD7447CE8A22}" type="presOf" srcId="{F68BC16D-4F55-41F8-B06A-9AB8518DD48D}" destId="{985D43C7-8723-4BCC-9A90-721879208259}" srcOrd="1" destOrd="0" presId="urn:microsoft.com/office/officeart/2005/8/layout/process1"/>
    <dgm:cxn modelId="{20287434-9E30-4F15-BCC5-BB94D65C374F}" type="presOf" srcId="{1A22C623-0E0B-428B-819D-79949EB6D143}" destId="{2742A6B3-3DA3-4EEF-AA66-9E0FAD6911B5}" srcOrd="0" destOrd="0" presId="urn:microsoft.com/office/officeart/2005/8/layout/process1"/>
    <dgm:cxn modelId="{5AA3DD5C-E32C-45C3-B98F-4620D985072F}" srcId="{A7445BDC-6583-4118-9CFD-166D24E582F4}" destId="{50C1A482-3B6D-4688-B6D4-6B2A2E3409D9}" srcOrd="0" destOrd="0" parTransId="{17434B9C-8B1A-4B74-82F3-BAA5112766EB}" sibTransId="{C367C921-6A9C-426A-A9A5-2AF57F191EE9}"/>
    <dgm:cxn modelId="{1A3F0763-5A54-47BF-8653-E6B8717FDA1B}" srcId="{A7445BDC-6583-4118-9CFD-166D24E582F4}" destId="{A65F93DF-DB04-4A83-8CF7-A256DDA15636}" srcOrd="1" destOrd="0" parTransId="{A7ACE358-172E-482C-955D-8809FFCE48D7}" sibTransId="{5E00CF1C-CEE8-4FE6-833F-78C66B76ABBA}"/>
    <dgm:cxn modelId="{B1598A68-5665-48A2-9A26-C02EDA9AA9F4}" type="presOf" srcId="{5E00CF1C-CEE8-4FE6-833F-78C66B76ABBA}" destId="{BBC4C95B-9059-46F3-9748-BF52FEBFB5AE}" srcOrd="1" destOrd="0" presId="urn:microsoft.com/office/officeart/2005/8/layout/process1"/>
    <dgm:cxn modelId="{2AC4E06E-445B-4D0B-8643-869716669037}" type="presOf" srcId="{A7445BDC-6583-4118-9CFD-166D24E582F4}" destId="{198C1976-E940-47F1-AAFB-B1CB9A5261CA}" srcOrd="0" destOrd="0" presId="urn:microsoft.com/office/officeart/2005/8/layout/process1"/>
    <dgm:cxn modelId="{42DB8356-8A26-4BF6-8259-EA6E1125ABEA}" type="presOf" srcId="{C367C921-6A9C-426A-A9A5-2AF57F191EE9}" destId="{8791F3E9-69CD-4D28-948C-36166D701DAC}" srcOrd="0" destOrd="0" presId="urn:microsoft.com/office/officeart/2005/8/layout/process1"/>
    <dgm:cxn modelId="{EB00F178-F5CB-4CE0-B3D6-5B4D4029BA5A}" type="presOf" srcId="{5E00CF1C-CEE8-4FE6-833F-78C66B76ABBA}" destId="{10592560-37FA-4249-8134-882982F22512}" srcOrd="0" destOrd="0" presId="urn:microsoft.com/office/officeart/2005/8/layout/process1"/>
    <dgm:cxn modelId="{7377329F-38AA-4D58-BC3A-D457AB0FF033}" srcId="{A7445BDC-6583-4118-9CFD-166D24E582F4}" destId="{939C75F3-2DF4-49D1-8341-6B8D79A42ABF}" srcOrd="3" destOrd="0" parTransId="{343EB22B-E88C-459B-BFF6-6035378F4E67}" sibTransId="{0BF6AA13-ADA7-4831-9705-A3A21C78CA12}"/>
    <dgm:cxn modelId="{04D9DEDF-28E1-45A4-A8AD-945F23AFF0F3}" srcId="{A7445BDC-6583-4118-9CFD-166D24E582F4}" destId="{1A22C623-0E0B-428B-819D-79949EB6D143}" srcOrd="2" destOrd="0" parTransId="{E037DE6D-739C-4805-ACC9-C9A2C9235443}" sibTransId="{F68BC16D-4F55-41F8-B06A-9AB8518DD48D}"/>
    <dgm:cxn modelId="{5DD7E6DF-129E-4D4A-858F-10B7C2C74807}" type="presOf" srcId="{939C75F3-2DF4-49D1-8341-6B8D79A42ABF}" destId="{F23D68BC-EA09-4779-AD2F-3DD3767589AA}" srcOrd="0" destOrd="0" presId="urn:microsoft.com/office/officeart/2005/8/layout/process1"/>
    <dgm:cxn modelId="{47E8CBF0-B170-4D2B-B7EB-3CF7132E2EA4}" type="presOf" srcId="{C367C921-6A9C-426A-A9A5-2AF57F191EE9}" destId="{99007C29-8935-4E01-AE1F-D7027213A689}" srcOrd="1" destOrd="0" presId="urn:microsoft.com/office/officeart/2005/8/layout/process1"/>
    <dgm:cxn modelId="{A611BBF2-F3F4-46AE-979E-199E0B28A517}" type="presParOf" srcId="{198C1976-E940-47F1-AAFB-B1CB9A5261CA}" destId="{610B1A1A-9764-43B7-80D3-16F036E8C916}" srcOrd="0" destOrd="0" presId="urn:microsoft.com/office/officeart/2005/8/layout/process1"/>
    <dgm:cxn modelId="{94C4ADF6-2270-48CB-85D6-8E56DC01E7F4}" type="presParOf" srcId="{198C1976-E940-47F1-AAFB-B1CB9A5261CA}" destId="{8791F3E9-69CD-4D28-948C-36166D701DAC}" srcOrd="1" destOrd="0" presId="urn:microsoft.com/office/officeart/2005/8/layout/process1"/>
    <dgm:cxn modelId="{C009BDCA-DF81-4ED4-A269-EE1E46FF901A}" type="presParOf" srcId="{8791F3E9-69CD-4D28-948C-36166D701DAC}" destId="{99007C29-8935-4E01-AE1F-D7027213A689}" srcOrd="0" destOrd="0" presId="urn:microsoft.com/office/officeart/2005/8/layout/process1"/>
    <dgm:cxn modelId="{230934A1-3BF6-44B7-A51E-755A71D75FA9}" type="presParOf" srcId="{198C1976-E940-47F1-AAFB-B1CB9A5261CA}" destId="{5A64838B-0935-468A-B04F-5303E7F34BEE}" srcOrd="2" destOrd="0" presId="urn:microsoft.com/office/officeart/2005/8/layout/process1"/>
    <dgm:cxn modelId="{243A2F6B-3D6B-4EA6-A081-661FD1E818A0}" type="presParOf" srcId="{198C1976-E940-47F1-AAFB-B1CB9A5261CA}" destId="{10592560-37FA-4249-8134-882982F22512}" srcOrd="3" destOrd="0" presId="urn:microsoft.com/office/officeart/2005/8/layout/process1"/>
    <dgm:cxn modelId="{BCBFAD5F-5786-4C28-9632-9809697726F5}" type="presParOf" srcId="{10592560-37FA-4249-8134-882982F22512}" destId="{BBC4C95B-9059-46F3-9748-BF52FEBFB5AE}" srcOrd="0" destOrd="0" presId="urn:microsoft.com/office/officeart/2005/8/layout/process1"/>
    <dgm:cxn modelId="{2905E66D-85A6-402D-9BC6-B16E8A942A5E}" type="presParOf" srcId="{198C1976-E940-47F1-AAFB-B1CB9A5261CA}" destId="{2742A6B3-3DA3-4EEF-AA66-9E0FAD6911B5}" srcOrd="4" destOrd="0" presId="urn:microsoft.com/office/officeart/2005/8/layout/process1"/>
    <dgm:cxn modelId="{4A558BA6-A256-4260-A38B-AA97F14BF8A9}" type="presParOf" srcId="{198C1976-E940-47F1-AAFB-B1CB9A5261CA}" destId="{37E4AF62-F996-44C2-A8E7-A5AEA08E7EC0}" srcOrd="5" destOrd="0" presId="urn:microsoft.com/office/officeart/2005/8/layout/process1"/>
    <dgm:cxn modelId="{58ED2038-E90F-4AD2-A1A3-F34FA406BC24}" type="presParOf" srcId="{37E4AF62-F996-44C2-A8E7-A5AEA08E7EC0}" destId="{985D43C7-8723-4BCC-9A90-721879208259}" srcOrd="0" destOrd="0" presId="urn:microsoft.com/office/officeart/2005/8/layout/process1"/>
    <dgm:cxn modelId="{AC5E8E28-5C67-4FFD-AD87-4A5FE280BB63}" type="presParOf" srcId="{198C1976-E940-47F1-AAFB-B1CB9A5261CA}" destId="{F23D68BC-EA09-4779-AD2F-3DD3767589A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445BDC-6583-4118-9CFD-166D24E582F4}" type="doc">
      <dgm:prSet loTypeId="urn:microsoft.com/office/officeart/2005/8/layout/process1" loCatId="process" qsTypeId="urn:microsoft.com/office/officeart/2005/8/quickstyle/3d1" qsCatId="3D" csTypeId="urn:microsoft.com/office/officeart/2005/8/colors/accent2_2" csCatId="accent2" phldr="1"/>
      <dgm:spPr/>
    </dgm:pt>
    <dgm:pt modelId="{939C75F3-2DF4-49D1-8341-6B8D79A42ABF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GOLD</a:t>
          </a:r>
          <a:endParaRPr lang="pt-BR" sz="1800" b="1">
            <a:solidFill>
              <a:srgbClr val="3A3A3A"/>
            </a:solidFill>
            <a:latin typeface="Segoe UI Semibold"/>
            <a:ea typeface="Calibri Light" panose="020F0302020204030204"/>
            <a:cs typeface="Calibri Light" panose="020F0302020204030204"/>
          </a:endParaRPr>
        </a:p>
      </dgm:t>
    </dgm:pt>
    <dgm:pt modelId="{343EB22B-E88C-459B-BFF6-6035378F4E67}" type="parTrans" cxnId="{7377329F-38AA-4D58-BC3A-D457AB0FF033}">
      <dgm:prSet/>
      <dgm:spPr/>
    </dgm:pt>
    <dgm:pt modelId="{0BF6AA13-ADA7-4831-9705-A3A21C78CA12}" type="sibTrans" cxnId="{7377329F-38AA-4D58-BC3A-D457AB0FF033}">
      <dgm:prSet/>
      <dgm:spPr/>
    </dgm:pt>
    <dgm:pt modelId="{50C1A482-3B6D-4688-B6D4-6B2A2E3409D9}">
      <dgm:prSet/>
      <dgm:spPr/>
      <dgm:t>
        <a:bodyPr/>
        <a:lstStyle/>
        <a:p>
          <a:pPr algn="ctr" rtl="0"/>
          <a:r>
            <a:rPr lang="pt-BR" sz="1300" b="1" i="0" u="none">
              <a:solidFill>
                <a:srgbClr val="3A3A3A"/>
              </a:solidFill>
              <a:latin typeface="Segoe UI Semibold"/>
              <a:cs typeface="Segoe UI Semibold"/>
            </a:rPr>
            <a:t>LANDING</a:t>
          </a:r>
          <a:r>
            <a:rPr lang="pt-BR" sz="1300" b="1" i="0">
              <a:solidFill>
                <a:srgbClr val="3A3A3A"/>
              </a:solidFill>
              <a:latin typeface="Segoe UI Semibold"/>
              <a:cs typeface="Segoe UI"/>
            </a:rPr>
            <a:t> </a:t>
          </a:r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ZONE</a:t>
          </a:r>
        </a:p>
      </dgm:t>
    </dgm:pt>
    <dgm:pt modelId="{17434B9C-8B1A-4B74-82F3-BAA5112766EB}" type="parTrans" cxnId="{5AA3DD5C-E32C-45C3-B98F-4620D985072F}">
      <dgm:prSet/>
      <dgm:spPr/>
    </dgm:pt>
    <dgm:pt modelId="{C367C921-6A9C-426A-A9A5-2AF57F191EE9}" type="sibTrans" cxnId="{5AA3DD5C-E32C-45C3-B98F-4620D985072F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A65F93DF-DB04-4A83-8CF7-A256DDA15636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BRONZE</a:t>
          </a:r>
        </a:p>
      </dgm:t>
    </dgm:pt>
    <dgm:pt modelId="{A7ACE358-172E-482C-955D-8809FFCE48D7}" type="parTrans" cxnId="{1A3F0763-5A54-47BF-8653-E6B8717FDA1B}">
      <dgm:prSet/>
      <dgm:spPr/>
    </dgm:pt>
    <dgm:pt modelId="{5E00CF1C-CEE8-4FE6-833F-78C66B76ABBA}" type="sibTrans" cxnId="{1A3F0763-5A54-47BF-8653-E6B8717FDA1B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1A22C623-0E0B-428B-819D-79949EB6D143}">
      <dgm:prSet phldr="0"/>
      <dgm:spPr/>
      <dgm:t>
        <a:bodyPr/>
        <a:lstStyle/>
        <a:p>
          <a:pPr rtl="0"/>
          <a:r>
            <a:rPr lang="pt-BR" sz="1300" b="1">
              <a:solidFill>
                <a:srgbClr val="3A3A3A"/>
              </a:solidFill>
              <a:latin typeface="Segoe UI Semibold"/>
              <a:cs typeface="Segoe UI"/>
            </a:rPr>
            <a:t> SILVER</a:t>
          </a:r>
        </a:p>
      </dgm:t>
    </dgm:pt>
    <dgm:pt modelId="{E037DE6D-739C-4805-ACC9-C9A2C9235443}" type="parTrans" cxnId="{04D9DEDF-28E1-45A4-A8AD-945F23AFF0F3}">
      <dgm:prSet/>
      <dgm:spPr/>
    </dgm:pt>
    <dgm:pt modelId="{F68BC16D-4F55-41F8-B06A-9AB8518DD48D}" type="sibTrans" cxnId="{04D9DEDF-28E1-45A4-A8AD-945F23AFF0F3}">
      <dgm:prSet/>
      <dgm:spPr/>
      <dgm:t>
        <a:bodyPr/>
        <a:lstStyle/>
        <a:p>
          <a:endParaRPr lang="pt-BR"/>
        </a:p>
        <a:p>
          <a:endParaRPr lang="pt-BR"/>
        </a:p>
      </dgm:t>
    </dgm:pt>
    <dgm:pt modelId="{198C1976-E940-47F1-AAFB-B1CB9A5261CA}" type="pres">
      <dgm:prSet presAssocID="{A7445BDC-6583-4118-9CFD-166D24E582F4}" presName="Name0" presStyleCnt="0">
        <dgm:presLayoutVars>
          <dgm:dir/>
          <dgm:resizeHandles val="exact"/>
        </dgm:presLayoutVars>
      </dgm:prSet>
      <dgm:spPr/>
    </dgm:pt>
    <dgm:pt modelId="{610B1A1A-9764-43B7-80D3-16F036E8C916}" type="pres">
      <dgm:prSet presAssocID="{50C1A482-3B6D-4688-B6D4-6B2A2E3409D9}" presName="node" presStyleLbl="node1" presStyleIdx="0" presStyleCnt="4">
        <dgm:presLayoutVars>
          <dgm:bulletEnabled val="1"/>
        </dgm:presLayoutVars>
      </dgm:prSet>
      <dgm:spPr/>
    </dgm:pt>
    <dgm:pt modelId="{8791F3E9-69CD-4D28-948C-36166D701DAC}" type="pres">
      <dgm:prSet presAssocID="{C367C921-6A9C-426A-A9A5-2AF57F191EE9}" presName="sibTrans" presStyleLbl="sibTrans2D1" presStyleIdx="0" presStyleCnt="3"/>
      <dgm:spPr/>
    </dgm:pt>
    <dgm:pt modelId="{99007C29-8935-4E01-AE1F-D7027213A689}" type="pres">
      <dgm:prSet presAssocID="{C367C921-6A9C-426A-A9A5-2AF57F191EE9}" presName="connectorText" presStyleLbl="sibTrans2D1" presStyleIdx="0" presStyleCnt="3"/>
      <dgm:spPr/>
    </dgm:pt>
    <dgm:pt modelId="{5A64838B-0935-468A-B04F-5303E7F34BEE}" type="pres">
      <dgm:prSet presAssocID="{A65F93DF-DB04-4A83-8CF7-A256DDA15636}" presName="node" presStyleLbl="node1" presStyleIdx="1" presStyleCnt="4">
        <dgm:presLayoutVars>
          <dgm:bulletEnabled val="1"/>
        </dgm:presLayoutVars>
      </dgm:prSet>
      <dgm:spPr/>
    </dgm:pt>
    <dgm:pt modelId="{10592560-37FA-4249-8134-882982F22512}" type="pres">
      <dgm:prSet presAssocID="{5E00CF1C-CEE8-4FE6-833F-78C66B76ABBA}" presName="sibTrans" presStyleLbl="sibTrans2D1" presStyleIdx="1" presStyleCnt="3"/>
      <dgm:spPr/>
    </dgm:pt>
    <dgm:pt modelId="{BBC4C95B-9059-46F3-9748-BF52FEBFB5AE}" type="pres">
      <dgm:prSet presAssocID="{5E00CF1C-CEE8-4FE6-833F-78C66B76ABBA}" presName="connectorText" presStyleLbl="sibTrans2D1" presStyleIdx="1" presStyleCnt="3"/>
      <dgm:spPr/>
    </dgm:pt>
    <dgm:pt modelId="{2742A6B3-3DA3-4EEF-AA66-9E0FAD6911B5}" type="pres">
      <dgm:prSet presAssocID="{1A22C623-0E0B-428B-819D-79949EB6D143}" presName="node" presStyleLbl="node1" presStyleIdx="2" presStyleCnt="4">
        <dgm:presLayoutVars>
          <dgm:bulletEnabled val="1"/>
        </dgm:presLayoutVars>
      </dgm:prSet>
      <dgm:spPr/>
    </dgm:pt>
    <dgm:pt modelId="{37E4AF62-F996-44C2-A8E7-A5AEA08E7EC0}" type="pres">
      <dgm:prSet presAssocID="{F68BC16D-4F55-41F8-B06A-9AB8518DD48D}" presName="sibTrans" presStyleLbl="sibTrans2D1" presStyleIdx="2" presStyleCnt="3"/>
      <dgm:spPr/>
    </dgm:pt>
    <dgm:pt modelId="{985D43C7-8723-4BCC-9A90-721879208259}" type="pres">
      <dgm:prSet presAssocID="{F68BC16D-4F55-41F8-B06A-9AB8518DD48D}" presName="connectorText" presStyleLbl="sibTrans2D1" presStyleIdx="2" presStyleCnt="3"/>
      <dgm:spPr/>
    </dgm:pt>
    <dgm:pt modelId="{F23D68BC-EA09-4779-AD2F-3DD3767589AA}" type="pres">
      <dgm:prSet presAssocID="{939C75F3-2DF4-49D1-8341-6B8D79A42ABF}" presName="node" presStyleLbl="node1" presStyleIdx="3" presStyleCnt="4">
        <dgm:presLayoutVars>
          <dgm:bulletEnabled val="1"/>
        </dgm:presLayoutVars>
      </dgm:prSet>
      <dgm:spPr/>
    </dgm:pt>
  </dgm:ptLst>
  <dgm:cxnLst>
    <dgm:cxn modelId="{B98B7814-57FA-44BA-87F1-DFBCC3750430}" type="presOf" srcId="{F68BC16D-4F55-41F8-B06A-9AB8518DD48D}" destId="{37E4AF62-F996-44C2-A8E7-A5AEA08E7EC0}" srcOrd="0" destOrd="0" presId="urn:microsoft.com/office/officeart/2005/8/layout/process1"/>
    <dgm:cxn modelId="{FFA2DC1C-C8FD-4E75-BA2F-8AA1B1595A30}" type="presOf" srcId="{50C1A482-3B6D-4688-B6D4-6B2A2E3409D9}" destId="{610B1A1A-9764-43B7-80D3-16F036E8C916}" srcOrd="0" destOrd="0" presId="urn:microsoft.com/office/officeart/2005/8/layout/process1"/>
    <dgm:cxn modelId="{BDAA911F-1942-42D7-8D94-0AE428766EE5}" type="presOf" srcId="{A65F93DF-DB04-4A83-8CF7-A256DDA15636}" destId="{5A64838B-0935-468A-B04F-5303E7F34BEE}" srcOrd="0" destOrd="0" presId="urn:microsoft.com/office/officeart/2005/8/layout/process1"/>
    <dgm:cxn modelId="{719DC122-1366-4D91-8121-FD7447CE8A22}" type="presOf" srcId="{F68BC16D-4F55-41F8-B06A-9AB8518DD48D}" destId="{985D43C7-8723-4BCC-9A90-721879208259}" srcOrd="1" destOrd="0" presId="urn:microsoft.com/office/officeart/2005/8/layout/process1"/>
    <dgm:cxn modelId="{20287434-9E30-4F15-BCC5-BB94D65C374F}" type="presOf" srcId="{1A22C623-0E0B-428B-819D-79949EB6D143}" destId="{2742A6B3-3DA3-4EEF-AA66-9E0FAD6911B5}" srcOrd="0" destOrd="0" presId="urn:microsoft.com/office/officeart/2005/8/layout/process1"/>
    <dgm:cxn modelId="{5AA3DD5C-E32C-45C3-B98F-4620D985072F}" srcId="{A7445BDC-6583-4118-9CFD-166D24E582F4}" destId="{50C1A482-3B6D-4688-B6D4-6B2A2E3409D9}" srcOrd="0" destOrd="0" parTransId="{17434B9C-8B1A-4B74-82F3-BAA5112766EB}" sibTransId="{C367C921-6A9C-426A-A9A5-2AF57F191EE9}"/>
    <dgm:cxn modelId="{1A3F0763-5A54-47BF-8653-E6B8717FDA1B}" srcId="{A7445BDC-6583-4118-9CFD-166D24E582F4}" destId="{A65F93DF-DB04-4A83-8CF7-A256DDA15636}" srcOrd="1" destOrd="0" parTransId="{A7ACE358-172E-482C-955D-8809FFCE48D7}" sibTransId="{5E00CF1C-CEE8-4FE6-833F-78C66B76ABBA}"/>
    <dgm:cxn modelId="{B1598A68-5665-48A2-9A26-C02EDA9AA9F4}" type="presOf" srcId="{5E00CF1C-CEE8-4FE6-833F-78C66B76ABBA}" destId="{BBC4C95B-9059-46F3-9748-BF52FEBFB5AE}" srcOrd="1" destOrd="0" presId="urn:microsoft.com/office/officeart/2005/8/layout/process1"/>
    <dgm:cxn modelId="{2AC4E06E-445B-4D0B-8643-869716669037}" type="presOf" srcId="{A7445BDC-6583-4118-9CFD-166D24E582F4}" destId="{198C1976-E940-47F1-AAFB-B1CB9A5261CA}" srcOrd="0" destOrd="0" presId="urn:microsoft.com/office/officeart/2005/8/layout/process1"/>
    <dgm:cxn modelId="{42DB8356-8A26-4BF6-8259-EA6E1125ABEA}" type="presOf" srcId="{C367C921-6A9C-426A-A9A5-2AF57F191EE9}" destId="{8791F3E9-69CD-4D28-948C-36166D701DAC}" srcOrd="0" destOrd="0" presId="urn:microsoft.com/office/officeart/2005/8/layout/process1"/>
    <dgm:cxn modelId="{EB00F178-F5CB-4CE0-B3D6-5B4D4029BA5A}" type="presOf" srcId="{5E00CF1C-CEE8-4FE6-833F-78C66B76ABBA}" destId="{10592560-37FA-4249-8134-882982F22512}" srcOrd="0" destOrd="0" presId="urn:microsoft.com/office/officeart/2005/8/layout/process1"/>
    <dgm:cxn modelId="{7377329F-38AA-4D58-BC3A-D457AB0FF033}" srcId="{A7445BDC-6583-4118-9CFD-166D24E582F4}" destId="{939C75F3-2DF4-49D1-8341-6B8D79A42ABF}" srcOrd="3" destOrd="0" parTransId="{343EB22B-E88C-459B-BFF6-6035378F4E67}" sibTransId="{0BF6AA13-ADA7-4831-9705-A3A21C78CA12}"/>
    <dgm:cxn modelId="{04D9DEDF-28E1-45A4-A8AD-945F23AFF0F3}" srcId="{A7445BDC-6583-4118-9CFD-166D24E582F4}" destId="{1A22C623-0E0B-428B-819D-79949EB6D143}" srcOrd="2" destOrd="0" parTransId="{E037DE6D-739C-4805-ACC9-C9A2C9235443}" sibTransId="{F68BC16D-4F55-41F8-B06A-9AB8518DD48D}"/>
    <dgm:cxn modelId="{5DD7E6DF-129E-4D4A-858F-10B7C2C74807}" type="presOf" srcId="{939C75F3-2DF4-49D1-8341-6B8D79A42ABF}" destId="{F23D68BC-EA09-4779-AD2F-3DD3767589AA}" srcOrd="0" destOrd="0" presId="urn:microsoft.com/office/officeart/2005/8/layout/process1"/>
    <dgm:cxn modelId="{47E8CBF0-B170-4D2B-B7EB-3CF7132E2EA4}" type="presOf" srcId="{C367C921-6A9C-426A-A9A5-2AF57F191EE9}" destId="{99007C29-8935-4E01-AE1F-D7027213A689}" srcOrd="1" destOrd="0" presId="urn:microsoft.com/office/officeart/2005/8/layout/process1"/>
    <dgm:cxn modelId="{A611BBF2-F3F4-46AE-979E-199E0B28A517}" type="presParOf" srcId="{198C1976-E940-47F1-AAFB-B1CB9A5261CA}" destId="{610B1A1A-9764-43B7-80D3-16F036E8C916}" srcOrd="0" destOrd="0" presId="urn:microsoft.com/office/officeart/2005/8/layout/process1"/>
    <dgm:cxn modelId="{94C4ADF6-2270-48CB-85D6-8E56DC01E7F4}" type="presParOf" srcId="{198C1976-E940-47F1-AAFB-B1CB9A5261CA}" destId="{8791F3E9-69CD-4D28-948C-36166D701DAC}" srcOrd="1" destOrd="0" presId="urn:microsoft.com/office/officeart/2005/8/layout/process1"/>
    <dgm:cxn modelId="{C009BDCA-DF81-4ED4-A269-EE1E46FF901A}" type="presParOf" srcId="{8791F3E9-69CD-4D28-948C-36166D701DAC}" destId="{99007C29-8935-4E01-AE1F-D7027213A689}" srcOrd="0" destOrd="0" presId="urn:microsoft.com/office/officeart/2005/8/layout/process1"/>
    <dgm:cxn modelId="{230934A1-3BF6-44B7-A51E-755A71D75FA9}" type="presParOf" srcId="{198C1976-E940-47F1-AAFB-B1CB9A5261CA}" destId="{5A64838B-0935-468A-B04F-5303E7F34BEE}" srcOrd="2" destOrd="0" presId="urn:microsoft.com/office/officeart/2005/8/layout/process1"/>
    <dgm:cxn modelId="{243A2F6B-3D6B-4EA6-A081-661FD1E818A0}" type="presParOf" srcId="{198C1976-E940-47F1-AAFB-B1CB9A5261CA}" destId="{10592560-37FA-4249-8134-882982F22512}" srcOrd="3" destOrd="0" presId="urn:microsoft.com/office/officeart/2005/8/layout/process1"/>
    <dgm:cxn modelId="{BCBFAD5F-5786-4C28-9632-9809697726F5}" type="presParOf" srcId="{10592560-37FA-4249-8134-882982F22512}" destId="{BBC4C95B-9059-46F3-9748-BF52FEBFB5AE}" srcOrd="0" destOrd="0" presId="urn:microsoft.com/office/officeart/2005/8/layout/process1"/>
    <dgm:cxn modelId="{2905E66D-85A6-402D-9BC6-B16E8A942A5E}" type="presParOf" srcId="{198C1976-E940-47F1-AAFB-B1CB9A5261CA}" destId="{2742A6B3-3DA3-4EEF-AA66-9E0FAD6911B5}" srcOrd="4" destOrd="0" presId="urn:microsoft.com/office/officeart/2005/8/layout/process1"/>
    <dgm:cxn modelId="{4A558BA6-A256-4260-A38B-AA97F14BF8A9}" type="presParOf" srcId="{198C1976-E940-47F1-AAFB-B1CB9A5261CA}" destId="{37E4AF62-F996-44C2-A8E7-A5AEA08E7EC0}" srcOrd="5" destOrd="0" presId="urn:microsoft.com/office/officeart/2005/8/layout/process1"/>
    <dgm:cxn modelId="{58ED2038-E90F-4AD2-A1A3-F34FA406BC24}" type="presParOf" srcId="{37E4AF62-F996-44C2-A8E7-A5AEA08E7EC0}" destId="{985D43C7-8723-4BCC-9A90-721879208259}" srcOrd="0" destOrd="0" presId="urn:microsoft.com/office/officeart/2005/8/layout/process1"/>
    <dgm:cxn modelId="{AC5E8E28-5C67-4FFD-AD87-4A5FE280BB63}" type="presParOf" srcId="{198C1976-E940-47F1-AAFB-B1CB9A5261CA}" destId="{F23D68BC-EA09-4779-AD2F-3DD3767589A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445BDC-6583-4118-9CFD-166D24E582F4}" type="doc">
      <dgm:prSet loTypeId="urn:microsoft.com/office/officeart/2005/8/layout/hProcess3" loCatId="process" qsTypeId="urn:microsoft.com/office/officeart/2005/8/quickstyle/3d4" qsCatId="3D" csTypeId="urn:microsoft.com/office/officeart/2005/8/colors/accent3_2" csCatId="accent3" phldr="1"/>
      <dgm:spPr/>
    </dgm:pt>
    <dgm:pt modelId="{A65F93DF-DB04-4A83-8CF7-A256DDA15636}">
      <dgm:prSet custT="1"/>
      <dgm:spPr/>
      <dgm:t>
        <a:bodyPr/>
        <a:lstStyle/>
        <a:p>
          <a:pPr rtl="0"/>
          <a:r>
            <a:rPr lang="pt-BR" sz="1600" b="1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BRUTOS</a:t>
          </a:r>
        </a:p>
      </dgm:t>
    </dgm:pt>
    <dgm:pt modelId="{A7ACE358-172E-482C-955D-8809FFCE48D7}" type="parTrans" cxnId="{1A3F0763-5A54-47BF-8653-E6B8717FDA1B}">
      <dgm:prSet/>
      <dgm:spPr/>
    </dgm:pt>
    <dgm:pt modelId="{5E00CF1C-CEE8-4FE6-833F-78C66B76ABBA}" type="sibTrans" cxnId="{1A3F0763-5A54-47BF-8653-E6B8717FDA1B}">
      <dgm:prSet/>
      <dgm:spPr/>
      <dgm:t>
        <a:bodyPr/>
        <a:lstStyle/>
        <a:p>
          <a:endParaRPr lang="pt-BR"/>
        </a:p>
      </dgm:t>
    </dgm:pt>
    <dgm:pt modelId="{0E07016C-5553-4008-99CA-4FB36FDAF473}">
      <dgm:prSet phldr="0"/>
      <dgm:spPr/>
      <dgm:t>
        <a:bodyPr/>
        <a:lstStyle/>
        <a:p>
          <a:pPr rtl="0"/>
          <a:r>
            <a:rPr lang="pt-BR" sz="1600" b="1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PADRONIZADOS</a:t>
          </a:r>
        </a:p>
      </dgm:t>
    </dgm:pt>
    <dgm:pt modelId="{86645CED-A296-4726-9E9E-BA51FCA39B03}" type="parTrans" cxnId="{D04B5076-4797-4E6D-90CB-9C2B6EC53BAE}">
      <dgm:prSet/>
      <dgm:spPr/>
    </dgm:pt>
    <dgm:pt modelId="{E10B8E4F-97FD-42A7-A325-BA30E9CD54B2}" type="sibTrans" cxnId="{D04B5076-4797-4E6D-90CB-9C2B6EC53BAE}">
      <dgm:prSet/>
      <dgm:spPr/>
    </dgm:pt>
    <dgm:pt modelId="{D03B03F1-EAC9-450C-B4D9-86BAFF6543EB}">
      <dgm:prSet phldr="0"/>
      <dgm:spPr/>
      <dgm:t>
        <a:bodyPr/>
        <a:lstStyle/>
        <a:p>
          <a:pPr rtl="0"/>
          <a:r>
            <a:rPr lang="pt-BR" sz="1600" b="1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LIMPOS</a:t>
          </a:r>
        </a:p>
      </dgm:t>
    </dgm:pt>
    <dgm:pt modelId="{85478945-B414-40B4-8D89-1BCAAB673F9C}" type="parTrans" cxnId="{EB914B7A-C5E6-4217-B83A-BC328A2E413F}">
      <dgm:prSet/>
      <dgm:spPr/>
    </dgm:pt>
    <dgm:pt modelId="{0971565F-69BB-44E1-B296-8C61BF2B6D2C}" type="sibTrans" cxnId="{EB914B7A-C5E6-4217-B83A-BC328A2E413F}">
      <dgm:prSet/>
      <dgm:spPr/>
    </dgm:pt>
    <dgm:pt modelId="{C3240033-E727-454A-9B79-F9718618EE5E}">
      <dgm:prSet phldr="0"/>
      <dgm:spPr/>
      <dgm:t>
        <a:bodyPr/>
        <a:lstStyle/>
        <a:p>
          <a:pPr rtl="0"/>
          <a:r>
            <a:rPr lang="pt-BR" sz="1600" b="1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AGRUPADOS E PRONTOS PARA CONSUMO</a:t>
          </a:r>
        </a:p>
      </dgm:t>
    </dgm:pt>
    <dgm:pt modelId="{DAA07434-BF75-4546-83AA-4A06F6A83C0A}" type="parTrans" cxnId="{B816AACA-8312-4A2C-8FE0-2C723E99371A}">
      <dgm:prSet/>
      <dgm:spPr/>
    </dgm:pt>
    <dgm:pt modelId="{A0F51868-4855-4E84-B73E-DFAA270AF955}" type="sibTrans" cxnId="{B816AACA-8312-4A2C-8FE0-2C723E99371A}">
      <dgm:prSet/>
      <dgm:spPr/>
    </dgm:pt>
    <dgm:pt modelId="{ECC55274-EA29-4ED2-8EA2-F8B359CB878D}" type="pres">
      <dgm:prSet presAssocID="{A7445BDC-6583-4118-9CFD-166D24E582F4}" presName="Name0" presStyleCnt="0">
        <dgm:presLayoutVars>
          <dgm:dir/>
          <dgm:animLvl val="lvl"/>
          <dgm:resizeHandles val="exact"/>
        </dgm:presLayoutVars>
      </dgm:prSet>
      <dgm:spPr/>
    </dgm:pt>
    <dgm:pt modelId="{CF468BE1-54D2-4F75-AA0C-1151B366A0B9}" type="pres">
      <dgm:prSet presAssocID="{A7445BDC-6583-4118-9CFD-166D24E582F4}" presName="dummy" presStyleCnt="0"/>
      <dgm:spPr/>
    </dgm:pt>
    <dgm:pt modelId="{006EAF40-5A5F-4E50-9C8D-7FBF461217DA}" type="pres">
      <dgm:prSet presAssocID="{A7445BDC-6583-4118-9CFD-166D24E582F4}" presName="linH" presStyleCnt="0"/>
      <dgm:spPr/>
    </dgm:pt>
    <dgm:pt modelId="{307D6D4C-E4DF-480E-9063-4E9A9C929FA6}" type="pres">
      <dgm:prSet presAssocID="{A7445BDC-6583-4118-9CFD-166D24E582F4}" presName="padding1" presStyleCnt="0"/>
      <dgm:spPr/>
    </dgm:pt>
    <dgm:pt modelId="{D687AF7C-A34D-48C3-8BB4-0B4CC7913A78}" type="pres">
      <dgm:prSet presAssocID="{A65F93DF-DB04-4A83-8CF7-A256DDA15636}" presName="linV" presStyleCnt="0"/>
      <dgm:spPr/>
    </dgm:pt>
    <dgm:pt modelId="{25C0CAA9-757F-4254-9009-6F292619D0D1}" type="pres">
      <dgm:prSet presAssocID="{A65F93DF-DB04-4A83-8CF7-A256DDA15636}" presName="spVertical1" presStyleCnt="0"/>
      <dgm:spPr/>
    </dgm:pt>
    <dgm:pt modelId="{7237A616-CFBD-48DC-A663-E6B8B325C27B}" type="pres">
      <dgm:prSet presAssocID="{A65F93DF-DB04-4A83-8CF7-A256DDA15636}" presName="parTx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A7E1EE1-857C-4228-91D5-EF5B63223247}" type="pres">
      <dgm:prSet presAssocID="{A65F93DF-DB04-4A83-8CF7-A256DDA15636}" presName="spVertical2" presStyleCnt="0"/>
      <dgm:spPr/>
    </dgm:pt>
    <dgm:pt modelId="{442386A2-E279-4ABE-AC9C-5B52FAD44ED8}" type="pres">
      <dgm:prSet presAssocID="{A65F93DF-DB04-4A83-8CF7-A256DDA15636}" presName="spVertical3" presStyleCnt="0"/>
      <dgm:spPr/>
    </dgm:pt>
    <dgm:pt modelId="{F6AFB533-2BAC-4462-A839-5F10513FF637}" type="pres">
      <dgm:prSet presAssocID="{5E00CF1C-CEE8-4FE6-833F-78C66B76ABBA}" presName="space" presStyleCnt="0"/>
      <dgm:spPr/>
    </dgm:pt>
    <dgm:pt modelId="{34ED80C0-C5E8-4CA0-A471-D393FA85AAF7}" type="pres">
      <dgm:prSet presAssocID="{0E07016C-5553-4008-99CA-4FB36FDAF473}" presName="linV" presStyleCnt="0"/>
      <dgm:spPr/>
    </dgm:pt>
    <dgm:pt modelId="{CB32FF6D-2A87-45FC-B8D4-CE3A8BC4CD32}" type="pres">
      <dgm:prSet presAssocID="{0E07016C-5553-4008-99CA-4FB36FDAF473}" presName="spVertical1" presStyleCnt="0"/>
      <dgm:spPr/>
    </dgm:pt>
    <dgm:pt modelId="{82FFA910-E78F-4C53-ADD2-91916C25E4E3}" type="pres">
      <dgm:prSet presAssocID="{0E07016C-5553-4008-99CA-4FB36FDAF473}" presName="parTx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34E4A03-B8C7-428E-90BE-4FBB96D52A81}" type="pres">
      <dgm:prSet presAssocID="{0E07016C-5553-4008-99CA-4FB36FDAF473}" presName="spVertical2" presStyleCnt="0"/>
      <dgm:spPr/>
    </dgm:pt>
    <dgm:pt modelId="{1D9EFC71-D763-42DC-90D3-FBF7B78B4216}" type="pres">
      <dgm:prSet presAssocID="{0E07016C-5553-4008-99CA-4FB36FDAF473}" presName="spVertical3" presStyleCnt="0"/>
      <dgm:spPr/>
    </dgm:pt>
    <dgm:pt modelId="{DC0FB82B-F2C3-4BD6-BFEE-E872222424C2}" type="pres">
      <dgm:prSet presAssocID="{E10B8E4F-97FD-42A7-A325-BA30E9CD54B2}" presName="space" presStyleCnt="0"/>
      <dgm:spPr/>
    </dgm:pt>
    <dgm:pt modelId="{F09F1059-121B-4343-AA44-DD6AF85B1C40}" type="pres">
      <dgm:prSet presAssocID="{D03B03F1-EAC9-450C-B4D9-86BAFF6543EB}" presName="linV" presStyleCnt="0"/>
      <dgm:spPr/>
    </dgm:pt>
    <dgm:pt modelId="{BD18075E-12D9-4C64-841B-FBFA6023E708}" type="pres">
      <dgm:prSet presAssocID="{D03B03F1-EAC9-450C-B4D9-86BAFF6543EB}" presName="spVertical1" presStyleCnt="0"/>
      <dgm:spPr/>
    </dgm:pt>
    <dgm:pt modelId="{A8B237C6-E1E2-4D11-805D-7349E91FF48A}" type="pres">
      <dgm:prSet presAssocID="{D03B03F1-EAC9-450C-B4D9-86BAFF6543EB}" presName="parTx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F9A67DE-813B-4A5E-89CA-F0E49ADA003F}" type="pres">
      <dgm:prSet presAssocID="{D03B03F1-EAC9-450C-B4D9-86BAFF6543EB}" presName="spVertical2" presStyleCnt="0"/>
      <dgm:spPr/>
    </dgm:pt>
    <dgm:pt modelId="{0B923E4E-3947-4990-AED1-5C560DB1A112}" type="pres">
      <dgm:prSet presAssocID="{D03B03F1-EAC9-450C-B4D9-86BAFF6543EB}" presName="spVertical3" presStyleCnt="0"/>
      <dgm:spPr/>
    </dgm:pt>
    <dgm:pt modelId="{71E9F721-8526-47C7-B222-32174E436E31}" type="pres">
      <dgm:prSet presAssocID="{0971565F-69BB-44E1-B296-8C61BF2B6D2C}" presName="space" presStyleCnt="0"/>
      <dgm:spPr/>
    </dgm:pt>
    <dgm:pt modelId="{5B65F936-A970-46E9-939D-4F0D3561BEA5}" type="pres">
      <dgm:prSet presAssocID="{C3240033-E727-454A-9B79-F9718618EE5E}" presName="linV" presStyleCnt="0"/>
      <dgm:spPr/>
    </dgm:pt>
    <dgm:pt modelId="{1173775B-9398-4C0B-91C6-7B3EB2A4E8AE}" type="pres">
      <dgm:prSet presAssocID="{C3240033-E727-454A-9B79-F9718618EE5E}" presName="spVertical1" presStyleCnt="0"/>
      <dgm:spPr/>
    </dgm:pt>
    <dgm:pt modelId="{96D95CF9-2479-4588-AA4A-E94341B251AA}" type="pres">
      <dgm:prSet presAssocID="{C3240033-E727-454A-9B79-F9718618EE5E}" presName="parTx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C92D6F85-62C5-4F44-8A20-9AA19DC15D71}" type="pres">
      <dgm:prSet presAssocID="{C3240033-E727-454A-9B79-F9718618EE5E}" presName="spVertical2" presStyleCnt="0"/>
      <dgm:spPr/>
    </dgm:pt>
    <dgm:pt modelId="{EAA4F147-456A-4604-B02D-D52DBA70F00D}" type="pres">
      <dgm:prSet presAssocID="{C3240033-E727-454A-9B79-F9718618EE5E}" presName="spVertical3" presStyleCnt="0"/>
      <dgm:spPr/>
    </dgm:pt>
    <dgm:pt modelId="{B6191CE5-FA26-4C40-83A4-219A3F858CD3}" type="pres">
      <dgm:prSet presAssocID="{A7445BDC-6583-4118-9CFD-166D24E582F4}" presName="padding2" presStyleCnt="0"/>
      <dgm:spPr/>
    </dgm:pt>
    <dgm:pt modelId="{DE01FECE-C632-45AD-ADE2-A892AD8DAD8B}" type="pres">
      <dgm:prSet presAssocID="{A7445BDC-6583-4118-9CFD-166D24E582F4}" presName="negArrow" presStyleCnt="0"/>
      <dgm:spPr/>
    </dgm:pt>
    <dgm:pt modelId="{7C23013C-3CCF-41C1-83A6-AC3D133F484C}" type="pres">
      <dgm:prSet presAssocID="{A7445BDC-6583-4118-9CFD-166D24E582F4}" presName="backgroundArrow" presStyleLbl="node1" presStyleIdx="0" presStyleCnt="1"/>
      <dgm:spPr/>
    </dgm:pt>
  </dgm:ptLst>
  <dgm:cxnLst>
    <dgm:cxn modelId="{B9A72526-F52A-4EA2-B053-6202410F58ED}" type="presOf" srcId="{C3240033-E727-454A-9B79-F9718618EE5E}" destId="{96D95CF9-2479-4588-AA4A-E94341B251AA}" srcOrd="0" destOrd="0" presId="urn:microsoft.com/office/officeart/2005/8/layout/hProcess3"/>
    <dgm:cxn modelId="{D2797932-3EED-4ABD-8CFA-5D61A1D1E74E}" type="presOf" srcId="{D03B03F1-EAC9-450C-B4D9-86BAFF6543EB}" destId="{A8B237C6-E1E2-4D11-805D-7349E91FF48A}" srcOrd="0" destOrd="0" presId="urn:microsoft.com/office/officeart/2005/8/layout/hProcess3"/>
    <dgm:cxn modelId="{1A3F0763-5A54-47BF-8653-E6B8717FDA1B}" srcId="{A7445BDC-6583-4118-9CFD-166D24E582F4}" destId="{A65F93DF-DB04-4A83-8CF7-A256DDA15636}" srcOrd="0" destOrd="0" parTransId="{A7ACE358-172E-482C-955D-8809FFCE48D7}" sibTransId="{5E00CF1C-CEE8-4FE6-833F-78C66B76ABBA}"/>
    <dgm:cxn modelId="{EB7D9652-5140-42CD-9A29-B388A3996E10}" type="presOf" srcId="{A7445BDC-6583-4118-9CFD-166D24E582F4}" destId="{ECC55274-EA29-4ED2-8EA2-F8B359CB878D}" srcOrd="0" destOrd="0" presId="urn:microsoft.com/office/officeart/2005/8/layout/hProcess3"/>
    <dgm:cxn modelId="{D04B5076-4797-4E6D-90CB-9C2B6EC53BAE}" srcId="{A7445BDC-6583-4118-9CFD-166D24E582F4}" destId="{0E07016C-5553-4008-99CA-4FB36FDAF473}" srcOrd="1" destOrd="0" parTransId="{86645CED-A296-4726-9E9E-BA51FCA39B03}" sibTransId="{E10B8E4F-97FD-42A7-A325-BA30E9CD54B2}"/>
    <dgm:cxn modelId="{EB914B7A-C5E6-4217-B83A-BC328A2E413F}" srcId="{A7445BDC-6583-4118-9CFD-166D24E582F4}" destId="{D03B03F1-EAC9-450C-B4D9-86BAFF6543EB}" srcOrd="2" destOrd="0" parTransId="{85478945-B414-40B4-8D89-1BCAAB673F9C}" sibTransId="{0971565F-69BB-44E1-B296-8C61BF2B6D2C}"/>
    <dgm:cxn modelId="{D1822582-30E8-409A-A6C9-852DFC259E6C}" type="presOf" srcId="{0E07016C-5553-4008-99CA-4FB36FDAF473}" destId="{82FFA910-E78F-4C53-ADD2-91916C25E4E3}" srcOrd="0" destOrd="0" presId="urn:microsoft.com/office/officeart/2005/8/layout/hProcess3"/>
    <dgm:cxn modelId="{024AA9C4-1A1F-4BEE-8A05-159F831FF18E}" type="presOf" srcId="{A65F93DF-DB04-4A83-8CF7-A256DDA15636}" destId="{7237A616-CFBD-48DC-A663-E6B8B325C27B}" srcOrd="0" destOrd="0" presId="urn:microsoft.com/office/officeart/2005/8/layout/hProcess3"/>
    <dgm:cxn modelId="{B816AACA-8312-4A2C-8FE0-2C723E99371A}" srcId="{A7445BDC-6583-4118-9CFD-166D24E582F4}" destId="{C3240033-E727-454A-9B79-F9718618EE5E}" srcOrd="3" destOrd="0" parTransId="{DAA07434-BF75-4546-83AA-4A06F6A83C0A}" sibTransId="{A0F51868-4855-4E84-B73E-DFAA270AF955}"/>
    <dgm:cxn modelId="{1693BFE0-5FDF-48CC-883A-9E4C1251243D}" type="presParOf" srcId="{ECC55274-EA29-4ED2-8EA2-F8B359CB878D}" destId="{CF468BE1-54D2-4F75-AA0C-1151B366A0B9}" srcOrd="0" destOrd="0" presId="urn:microsoft.com/office/officeart/2005/8/layout/hProcess3"/>
    <dgm:cxn modelId="{5693F889-E52E-4FC7-B4DC-81EA99B9D8BF}" type="presParOf" srcId="{ECC55274-EA29-4ED2-8EA2-F8B359CB878D}" destId="{006EAF40-5A5F-4E50-9C8D-7FBF461217DA}" srcOrd="1" destOrd="0" presId="urn:microsoft.com/office/officeart/2005/8/layout/hProcess3"/>
    <dgm:cxn modelId="{D3C83B24-B188-4A47-847F-75A0E24580F5}" type="presParOf" srcId="{006EAF40-5A5F-4E50-9C8D-7FBF461217DA}" destId="{307D6D4C-E4DF-480E-9063-4E9A9C929FA6}" srcOrd="0" destOrd="0" presId="urn:microsoft.com/office/officeart/2005/8/layout/hProcess3"/>
    <dgm:cxn modelId="{AC32DBDD-19C9-4A50-925D-D7356E85BF82}" type="presParOf" srcId="{006EAF40-5A5F-4E50-9C8D-7FBF461217DA}" destId="{D687AF7C-A34D-48C3-8BB4-0B4CC7913A78}" srcOrd="1" destOrd="0" presId="urn:microsoft.com/office/officeart/2005/8/layout/hProcess3"/>
    <dgm:cxn modelId="{83D42220-378C-415E-8D41-E9008CBC1628}" type="presParOf" srcId="{D687AF7C-A34D-48C3-8BB4-0B4CC7913A78}" destId="{25C0CAA9-757F-4254-9009-6F292619D0D1}" srcOrd="0" destOrd="0" presId="urn:microsoft.com/office/officeart/2005/8/layout/hProcess3"/>
    <dgm:cxn modelId="{80520A33-1EA3-48D0-BFC2-881C995E6346}" type="presParOf" srcId="{D687AF7C-A34D-48C3-8BB4-0B4CC7913A78}" destId="{7237A616-CFBD-48DC-A663-E6B8B325C27B}" srcOrd="1" destOrd="0" presId="urn:microsoft.com/office/officeart/2005/8/layout/hProcess3"/>
    <dgm:cxn modelId="{09251B20-00F7-4CEA-AAAD-3C20D738F60A}" type="presParOf" srcId="{D687AF7C-A34D-48C3-8BB4-0B4CC7913A78}" destId="{AA7E1EE1-857C-4228-91D5-EF5B63223247}" srcOrd="2" destOrd="0" presId="urn:microsoft.com/office/officeart/2005/8/layout/hProcess3"/>
    <dgm:cxn modelId="{1ECD1903-FE9C-4FF7-8E07-102B1E184558}" type="presParOf" srcId="{D687AF7C-A34D-48C3-8BB4-0B4CC7913A78}" destId="{442386A2-E279-4ABE-AC9C-5B52FAD44ED8}" srcOrd="3" destOrd="0" presId="urn:microsoft.com/office/officeart/2005/8/layout/hProcess3"/>
    <dgm:cxn modelId="{D3239268-8A68-472B-91D9-DF9461687A6B}" type="presParOf" srcId="{006EAF40-5A5F-4E50-9C8D-7FBF461217DA}" destId="{F6AFB533-2BAC-4462-A839-5F10513FF637}" srcOrd="2" destOrd="0" presId="urn:microsoft.com/office/officeart/2005/8/layout/hProcess3"/>
    <dgm:cxn modelId="{36BF8E0B-A7B0-4CC1-A6EE-F63A06B932A6}" type="presParOf" srcId="{006EAF40-5A5F-4E50-9C8D-7FBF461217DA}" destId="{34ED80C0-C5E8-4CA0-A471-D393FA85AAF7}" srcOrd="3" destOrd="0" presId="urn:microsoft.com/office/officeart/2005/8/layout/hProcess3"/>
    <dgm:cxn modelId="{1DB0056C-3386-4C76-8CA7-8300E89DADE8}" type="presParOf" srcId="{34ED80C0-C5E8-4CA0-A471-D393FA85AAF7}" destId="{CB32FF6D-2A87-45FC-B8D4-CE3A8BC4CD32}" srcOrd="0" destOrd="0" presId="urn:microsoft.com/office/officeart/2005/8/layout/hProcess3"/>
    <dgm:cxn modelId="{453305E9-7791-4EE5-A10C-B942CD3ECB88}" type="presParOf" srcId="{34ED80C0-C5E8-4CA0-A471-D393FA85AAF7}" destId="{82FFA910-E78F-4C53-ADD2-91916C25E4E3}" srcOrd="1" destOrd="0" presId="urn:microsoft.com/office/officeart/2005/8/layout/hProcess3"/>
    <dgm:cxn modelId="{D69FA980-9951-4FBE-A917-D1A4FD85FF66}" type="presParOf" srcId="{34ED80C0-C5E8-4CA0-A471-D393FA85AAF7}" destId="{534E4A03-B8C7-428E-90BE-4FBB96D52A81}" srcOrd="2" destOrd="0" presId="urn:microsoft.com/office/officeart/2005/8/layout/hProcess3"/>
    <dgm:cxn modelId="{E7E78C97-B96B-4827-8103-0D5E379B5AB7}" type="presParOf" srcId="{34ED80C0-C5E8-4CA0-A471-D393FA85AAF7}" destId="{1D9EFC71-D763-42DC-90D3-FBF7B78B4216}" srcOrd="3" destOrd="0" presId="urn:microsoft.com/office/officeart/2005/8/layout/hProcess3"/>
    <dgm:cxn modelId="{853A8579-F3C9-4FB8-AB8F-7B9EA679140B}" type="presParOf" srcId="{006EAF40-5A5F-4E50-9C8D-7FBF461217DA}" destId="{DC0FB82B-F2C3-4BD6-BFEE-E872222424C2}" srcOrd="4" destOrd="0" presId="urn:microsoft.com/office/officeart/2005/8/layout/hProcess3"/>
    <dgm:cxn modelId="{F1A32B6A-97D2-41FF-8248-BB151CE3F50E}" type="presParOf" srcId="{006EAF40-5A5F-4E50-9C8D-7FBF461217DA}" destId="{F09F1059-121B-4343-AA44-DD6AF85B1C40}" srcOrd="5" destOrd="0" presId="urn:microsoft.com/office/officeart/2005/8/layout/hProcess3"/>
    <dgm:cxn modelId="{B6525CBF-CEFB-4AA5-A7A2-9695B7113961}" type="presParOf" srcId="{F09F1059-121B-4343-AA44-DD6AF85B1C40}" destId="{BD18075E-12D9-4C64-841B-FBFA6023E708}" srcOrd="0" destOrd="0" presId="urn:microsoft.com/office/officeart/2005/8/layout/hProcess3"/>
    <dgm:cxn modelId="{C6E4E0E7-99A2-4722-BE80-1B187BC5292C}" type="presParOf" srcId="{F09F1059-121B-4343-AA44-DD6AF85B1C40}" destId="{A8B237C6-E1E2-4D11-805D-7349E91FF48A}" srcOrd="1" destOrd="0" presId="urn:microsoft.com/office/officeart/2005/8/layout/hProcess3"/>
    <dgm:cxn modelId="{815D8CD0-2F00-4A69-A7AD-4623DF2BEE9D}" type="presParOf" srcId="{F09F1059-121B-4343-AA44-DD6AF85B1C40}" destId="{BF9A67DE-813B-4A5E-89CA-F0E49ADA003F}" srcOrd="2" destOrd="0" presId="urn:microsoft.com/office/officeart/2005/8/layout/hProcess3"/>
    <dgm:cxn modelId="{9E1BFE67-72A4-4775-830C-7E2FF72CC230}" type="presParOf" srcId="{F09F1059-121B-4343-AA44-DD6AF85B1C40}" destId="{0B923E4E-3947-4990-AED1-5C560DB1A112}" srcOrd="3" destOrd="0" presId="urn:microsoft.com/office/officeart/2005/8/layout/hProcess3"/>
    <dgm:cxn modelId="{B3A03D1D-5B09-4722-A100-EB5B5E5775FA}" type="presParOf" srcId="{006EAF40-5A5F-4E50-9C8D-7FBF461217DA}" destId="{71E9F721-8526-47C7-B222-32174E436E31}" srcOrd="6" destOrd="0" presId="urn:microsoft.com/office/officeart/2005/8/layout/hProcess3"/>
    <dgm:cxn modelId="{996786CD-DC9F-47C1-B07C-B686C0FE3A15}" type="presParOf" srcId="{006EAF40-5A5F-4E50-9C8D-7FBF461217DA}" destId="{5B65F936-A970-46E9-939D-4F0D3561BEA5}" srcOrd="7" destOrd="0" presId="urn:microsoft.com/office/officeart/2005/8/layout/hProcess3"/>
    <dgm:cxn modelId="{5E6DA2FB-83B8-4B75-BB6E-68431185E7CA}" type="presParOf" srcId="{5B65F936-A970-46E9-939D-4F0D3561BEA5}" destId="{1173775B-9398-4C0B-91C6-7B3EB2A4E8AE}" srcOrd="0" destOrd="0" presId="urn:microsoft.com/office/officeart/2005/8/layout/hProcess3"/>
    <dgm:cxn modelId="{300E1F6A-D041-4C1B-9D9C-F0F776187FD8}" type="presParOf" srcId="{5B65F936-A970-46E9-939D-4F0D3561BEA5}" destId="{96D95CF9-2479-4588-AA4A-E94341B251AA}" srcOrd="1" destOrd="0" presId="urn:microsoft.com/office/officeart/2005/8/layout/hProcess3"/>
    <dgm:cxn modelId="{7DBD6D38-E996-4818-8DA7-46538E7F72E8}" type="presParOf" srcId="{5B65F936-A970-46E9-939D-4F0D3561BEA5}" destId="{C92D6F85-62C5-4F44-8A20-9AA19DC15D71}" srcOrd="2" destOrd="0" presId="urn:microsoft.com/office/officeart/2005/8/layout/hProcess3"/>
    <dgm:cxn modelId="{36C01826-9B17-45B6-B100-5B540EFA0870}" type="presParOf" srcId="{5B65F936-A970-46E9-939D-4F0D3561BEA5}" destId="{EAA4F147-456A-4604-B02D-D52DBA70F00D}" srcOrd="3" destOrd="0" presId="urn:microsoft.com/office/officeart/2005/8/layout/hProcess3"/>
    <dgm:cxn modelId="{A004D07F-B897-490A-8144-762DA2E85DD5}" type="presParOf" srcId="{006EAF40-5A5F-4E50-9C8D-7FBF461217DA}" destId="{B6191CE5-FA26-4C40-83A4-219A3F858CD3}" srcOrd="8" destOrd="0" presId="urn:microsoft.com/office/officeart/2005/8/layout/hProcess3"/>
    <dgm:cxn modelId="{77478245-CC12-4321-8C87-90C7A1663E25}" type="presParOf" srcId="{006EAF40-5A5F-4E50-9C8D-7FBF461217DA}" destId="{DE01FECE-C632-45AD-ADE2-A892AD8DAD8B}" srcOrd="9" destOrd="0" presId="urn:microsoft.com/office/officeart/2005/8/layout/hProcess3"/>
    <dgm:cxn modelId="{4320BFE3-BDE6-4704-90DC-594B56AF7EE1}" type="presParOf" srcId="{006EAF40-5A5F-4E50-9C8D-7FBF461217DA}" destId="{7C23013C-3CCF-41C1-83A6-AC3D133F484C}" srcOrd="10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D13B6F-B548-415D-A24F-D6BAE86085A8}" type="doc">
      <dgm:prSet loTypeId="urn:microsoft.com/office/officeart/2005/8/layout/hierarchy1" loCatId="hierarchy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E17255A0-21F8-4B47-8C16-9AB2CC3BA518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pt-BR" sz="2000" b="1">
              <a:solidFill>
                <a:srgbClr val="FF4500"/>
              </a:solidFill>
              <a:latin typeface="Calibri"/>
              <a:ea typeface="+mn-ea"/>
              <a:cs typeface="+mn-cs"/>
            </a:rPr>
            <a:t>QUALIDADE</a:t>
          </a:r>
        </a:p>
      </dgm:t>
    </dgm:pt>
    <dgm:pt modelId="{5CC39493-2043-47D6-BA50-0501B082B8C3}" type="parTrans" cxnId="{6A33196B-6DB3-42CA-9F30-2070E806E2A5}">
      <dgm:prSet/>
      <dgm:spPr/>
    </dgm:pt>
    <dgm:pt modelId="{0392CE61-A834-4B9D-9ACD-5C26FDD0F2F8}" type="sibTrans" cxnId="{6A33196B-6DB3-42CA-9F30-2070E806E2A5}">
      <dgm:prSet/>
      <dgm:spPr/>
    </dgm:pt>
    <dgm:pt modelId="{B6830E7B-6982-4461-9DD0-4CAE72BCC1A1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pt-BR" sz="2000" b="1">
              <a:solidFill>
                <a:srgbClr val="FF4500"/>
              </a:solidFill>
              <a:latin typeface="Calibri"/>
              <a:ea typeface="+mn-ea"/>
              <a:cs typeface="+mn-cs"/>
            </a:rPr>
            <a:t>PLANEJAMENTO</a:t>
          </a:r>
        </a:p>
      </dgm:t>
    </dgm:pt>
    <dgm:pt modelId="{3E6350F0-3355-4705-8CF9-85EA95F35722}" type="parTrans" cxnId="{6E546A83-C2A7-41D0-91FE-FAB9278A1708}">
      <dgm:prSet/>
      <dgm:spPr/>
    </dgm:pt>
    <dgm:pt modelId="{8E9CE88D-BDCC-40A6-801A-E71AC7D79BAD}" type="sibTrans" cxnId="{6E546A83-C2A7-41D0-91FE-FAB9278A1708}">
      <dgm:prSet/>
      <dgm:spPr/>
    </dgm:pt>
    <dgm:pt modelId="{AFD84ABC-CFF6-4DBF-ACEE-CEACBB449DEC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pt-BR" sz="2000" b="1">
              <a:solidFill>
                <a:srgbClr val="FF4500"/>
              </a:solidFill>
              <a:latin typeface="Calibri"/>
              <a:ea typeface="Calibri"/>
              <a:cs typeface="Calibri"/>
            </a:rPr>
            <a:t>GOVERNANÇA</a:t>
          </a:r>
          <a:endParaRPr lang="en-US" sz="2000" b="1">
            <a:solidFill>
              <a:srgbClr val="FF4500"/>
            </a:solidFill>
            <a:latin typeface="Calibri"/>
            <a:ea typeface="Calibri"/>
            <a:cs typeface="Calibri"/>
          </a:endParaRPr>
        </a:p>
      </dgm:t>
    </dgm:pt>
    <dgm:pt modelId="{51B36CBB-7CA3-4F36-87F7-D4D3AA99DE55}" type="parTrans" cxnId="{348639D7-CBB4-4D74-B142-E46094A955CC}">
      <dgm:prSet/>
      <dgm:spPr/>
    </dgm:pt>
    <dgm:pt modelId="{43D96645-CDBF-403F-8339-4043681A390E}" type="sibTrans" cxnId="{348639D7-CBB4-4D74-B142-E46094A955CC}">
      <dgm:prSet/>
      <dgm:spPr/>
    </dgm:pt>
    <dgm:pt modelId="{9F9665FF-C821-47D8-A6E2-BCC2EDC1F132}" type="pres">
      <dgm:prSet presAssocID="{76D13B6F-B548-415D-A24F-D6BAE86085A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BC34D3-A4AB-4C1E-A0AF-0FB5F2D6E812}" type="pres">
      <dgm:prSet presAssocID="{B6830E7B-6982-4461-9DD0-4CAE72BCC1A1}" presName="hierRoot1" presStyleCnt="0"/>
      <dgm:spPr/>
    </dgm:pt>
    <dgm:pt modelId="{794FCFE7-DE29-463A-88EC-CE7B4F38D71E}" type="pres">
      <dgm:prSet presAssocID="{B6830E7B-6982-4461-9DD0-4CAE72BCC1A1}" presName="composite" presStyleCnt="0"/>
      <dgm:spPr/>
    </dgm:pt>
    <dgm:pt modelId="{B22937E2-2688-4B32-B594-BC5B3D132464}" type="pres">
      <dgm:prSet presAssocID="{B6830E7B-6982-4461-9DD0-4CAE72BCC1A1}" presName="background" presStyleLbl="node0" presStyleIdx="0" presStyleCnt="3"/>
      <dgm:spPr/>
    </dgm:pt>
    <dgm:pt modelId="{27322896-5148-4245-BB92-306AB4AAF27F}" type="pres">
      <dgm:prSet presAssocID="{B6830E7B-6982-4461-9DD0-4CAE72BCC1A1}" presName="text" presStyleLbl="fgAcc0" presStyleIdx="0" presStyleCnt="3">
        <dgm:presLayoutVars>
          <dgm:chPref val="3"/>
        </dgm:presLayoutVars>
      </dgm:prSet>
      <dgm:spPr/>
    </dgm:pt>
    <dgm:pt modelId="{6B2F4363-19FF-47F8-A01D-8AB2242665DB}" type="pres">
      <dgm:prSet presAssocID="{B6830E7B-6982-4461-9DD0-4CAE72BCC1A1}" presName="hierChild2" presStyleCnt="0"/>
      <dgm:spPr/>
    </dgm:pt>
    <dgm:pt modelId="{59FD1B1A-2721-4E67-8A01-6F59F788374D}" type="pres">
      <dgm:prSet presAssocID="{E17255A0-21F8-4B47-8C16-9AB2CC3BA518}" presName="hierRoot1" presStyleCnt="0"/>
      <dgm:spPr/>
    </dgm:pt>
    <dgm:pt modelId="{CB85A310-771F-4C28-B6B1-AE72BD9EACB2}" type="pres">
      <dgm:prSet presAssocID="{E17255A0-21F8-4B47-8C16-9AB2CC3BA518}" presName="composite" presStyleCnt="0"/>
      <dgm:spPr/>
    </dgm:pt>
    <dgm:pt modelId="{A2FFD57B-294B-48B1-BF28-A1C1113F3CE7}" type="pres">
      <dgm:prSet presAssocID="{E17255A0-21F8-4B47-8C16-9AB2CC3BA518}" presName="background" presStyleLbl="node0" presStyleIdx="1" presStyleCnt="3"/>
      <dgm:spPr/>
    </dgm:pt>
    <dgm:pt modelId="{54AEC666-5C92-4C46-A088-FB03914C9052}" type="pres">
      <dgm:prSet presAssocID="{E17255A0-21F8-4B47-8C16-9AB2CC3BA518}" presName="text" presStyleLbl="fgAcc0" presStyleIdx="1" presStyleCnt="3">
        <dgm:presLayoutVars>
          <dgm:chPref val="3"/>
        </dgm:presLayoutVars>
      </dgm:prSet>
      <dgm:spPr/>
    </dgm:pt>
    <dgm:pt modelId="{901F16BD-EFCB-4BE2-8134-2D93E82A1738}" type="pres">
      <dgm:prSet presAssocID="{E17255A0-21F8-4B47-8C16-9AB2CC3BA518}" presName="hierChild2" presStyleCnt="0"/>
      <dgm:spPr/>
    </dgm:pt>
    <dgm:pt modelId="{8006478E-4C92-43FE-95CE-4576D70A5707}" type="pres">
      <dgm:prSet presAssocID="{AFD84ABC-CFF6-4DBF-ACEE-CEACBB449DEC}" presName="hierRoot1" presStyleCnt="0"/>
      <dgm:spPr/>
    </dgm:pt>
    <dgm:pt modelId="{C9ECFDA8-046F-497B-9556-D88733AD986F}" type="pres">
      <dgm:prSet presAssocID="{AFD84ABC-CFF6-4DBF-ACEE-CEACBB449DEC}" presName="composite" presStyleCnt="0"/>
      <dgm:spPr/>
    </dgm:pt>
    <dgm:pt modelId="{3AA1E269-E654-4DC0-9D19-C2F50A187F0F}" type="pres">
      <dgm:prSet presAssocID="{AFD84ABC-CFF6-4DBF-ACEE-CEACBB449DEC}" presName="background" presStyleLbl="node0" presStyleIdx="2" presStyleCnt="3"/>
      <dgm:spPr/>
    </dgm:pt>
    <dgm:pt modelId="{45D55B64-6831-4382-AB5F-9073B23BE8A9}" type="pres">
      <dgm:prSet presAssocID="{AFD84ABC-CFF6-4DBF-ACEE-CEACBB449DEC}" presName="text" presStyleLbl="fgAcc0" presStyleIdx="2" presStyleCnt="3">
        <dgm:presLayoutVars>
          <dgm:chPref val="3"/>
        </dgm:presLayoutVars>
      </dgm:prSet>
      <dgm:spPr/>
    </dgm:pt>
    <dgm:pt modelId="{7415DE47-D661-4AC0-A14A-903FDDD64BC3}" type="pres">
      <dgm:prSet presAssocID="{AFD84ABC-CFF6-4DBF-ACEE-CEACBB449DEC}" presName="hierChild2" presStyleCnt="0"/>
      <dgm:spPr/>
    </dgm:pt>
  </dgm:ptLst>
  <dgm:cxnLst>
    <dgm:cxn modelId="{0528D703-7245-4A3F-8828-DEA375BC1FBC}" type="presOf" srcId="{AFD84ABC-CFF6-4DBF-ACEE-CEACBB449DEC}" destId="{45D55B64-6831-4382-AB5F-9073B23BE8A9}" srcOrd="0" destOrd="0" presId="urn:microsoft.com/office/officeart/2005/8/layout/hierarchy1"/>
    <dgm:cxn modelId="{6A33196B-6DB3-42CA-9F30-2070E806E2A5}" srcId="{76D13B6F-B548-415D-A24F-D6BAE86085A8}" destId="{E17255A0-21F8-4B47-8C16-9AB2CC3BA518}" srcOrd="1" destOrd="0" parTransId="{5CC39493-2043-47D6-BA50-0501B082B8C3}" sibTransId="{0392CE61-A834-4B9D-9ACD-5C26FDD0F2F8}"/>
    <dgm:cxn modelId="{6E546A83-C2A7-41D0-91FE-FAB9278A1708}" srcId="{76D13B6F-B548-415D-A24F-D6BAE86085A8}" destId="{B6830E7B-6982-4461-9DD0-4CAE72BCC1A1}" srcOrd="0" destOrd="0" parTransId="{3E6350F0-3355-4705-8CF9-85EA95F35722}" sibTransId="{8E9CE88D-BDCC-40A6-801A-E71AC7D79BAD}"/>
    <dgm:cxn modelId="{50D48D94-3E97-4285-BA54-14ACC0A0112B}" type="presOf" srcId="{E17255A0-21F8-4B47-8C16-9AB2CC3BA518}" destId="{54AEC666-5C92-4C46-A088-FB03914C9052}" srcOrd="0" destOrd="0" presId="urn:microsoft.com/office/officeart/2005/8/layout/hierarchy1"/>
    <dgm:cxn modelId="{348639D7-CBB4-4D74-B142-E46094A955CC}" srcId="{76D13B6F-B548-415D-A24F-D6BAE86085A8}" destId="{AFD84ABC-CFF6-4DBF-ACEE-CEACBB449DEC}" srcOrd="2" destOrd="0" parTransId="{51B36CBB-7CA3-4F36-87F7-D4D3AA99DE55}" sibTransId="{43D96645-CDBF-403F-8339-4043681A390E}"/>
    <dgm:cxn modelId="{5EEC29F7-E9CD-4924-94AA-965EAA8E29D7}" type="presOf" srcId="{B6830E7B-6982-4461-9DD0-4CAE72BCC1A1}" destId="{27322896-5148-4245-BB92-306AB4AAF27F}" srcOrd="0" destOrd="0" presId="urn:microsoft.com/office/officeart/2005/8/layout/hierarchy1"/>
    <dgm:cxn modelId="{BCF997FC-6F42-482C-ACFA-E8BC602569A3}" type="presOf" srcId="{76D13B6F-B548-415D-A24F-D6BAE86085A8}" destId="{9F9665FF-C821-47D8-A6E2-BCC2EDC1F132}" srcOrd="0" destOrd="0" presId="urn:microsoft.com/office/officeart/2005/8/layout/hierarchy1"/>
    <dgm:cxn modelId="{11026638-D56F-433D-98D6-2F1C33164837}" type="presParOf" srcId="{9F9665FF-C821-47D8-A6E2-BCC2EDC1F132}" destId="{17BC34D3-A4AB-4C1E-A0AF-0FB5F2D6E812}" srcOrd="0" destOrd="0" presId="urn:microsoft.com/office/officeart/2005/8/layout/hierarchy1"/>
    <dgm:cxn modelId="{85E9EDA1-84CF-451C-8E10-ED9D6F2E854B}" type="presParOf" srcId="{17BC34D3-A4AB-4C1E-A0AF-0FB5F2D6E812}" destId="{794FCFE7-DE29-463A-88EC-CE7B4F38D71E}" srcOrd="0" destOrd="0" presId="urn:microsoft.com/office/officeart/2005/8/layout/hierarchy1"/>
    <dgm:cxn modelId="{4519A67D-61A0-4453-B4E3-DC673815CF57}" type="presParOf" srcId="{794FCFE7-DE29-463A-88EC-CE7B4F38D71E}" destId="{B22937E2-2688-4B32-B594-BC5B3D132464}" srcOrd="0" destOrd="0" presId="urn:microsoft.com/office/officeart/2005/8/layout/hierarchy1"/>
    <dgm:cxn modelId="{A31D61E3-792E-4D63-877F-1218A97764C4}" type="presParOf" srcId="{794FCFE7-DE29-463A-88EC-CE7B4F38D71E}" destId="{27322896-5148-4245-BB92-306AB4AAF27F}" srcOrd="1" destOrd="0" presId="urn:microsoft.com/office/officeart/2005/8/layout/hierarchy1"/>
    <dgm:cxn modelId="{B0C6DFF8-7BEA-4527-897C-7CAB8B3929E1}" type="presParOf" srcId="{17BC34D3-A4AB-4C1E-A0AF-0FB5F2D6E812}" destId="{6B2F4363-19FF-47F8-A01D-8AB2242665DB}" srcOrd="1" destOrd="0" presId="urn:microsoft.com/office/officeart/2005/8/layout/hierarchy1"/>
    <dgm:cxn modelId="{EB3D40C0-9F81-4DDB-BECE-C6693D74390F}" type="presParOf" srcId="{9F9665FF-C821-47D8-A6E2-BCC2EDC1F132}" destId="{59FD1B1A-2721-4E67-8A01-6F59F788374D}" srcOrd="1" destOrd="0" presId="urn:microsoft.com/office/officeart/2005/8/layout/hierarchy1"/>
    <dgm:cxn modelId="{EDE1D95E-9E64-4847-9B1F-B62158D5A90F}" type="presParOf" srcId="{59FD1B1A-2721-4E67-8A01-6F59F788374D}" destId="{CB85A310-771F-4C28-B6B1-AE72BD9EACB2}" srcOrd="0" destOrd="0" presId="urn:microsoft.com/office/officeart/2005/8/layout/hierarchy1"/>
    <dgm:cxn modelId="{23F38092-95A4-4669-BB09-B3BAB113D6C1}" type="presParOf" srcId="{CB85A310-771F-4C28-B6B1-AE72BD9EACB2}" destId="{A2FFD57B-294B-48B1-BF28-A1C1113F3CE7}" srcOrd="0" destOrd="0" presId="urn:microsoft.com/office/officeart/2005/8/layout/hierarchy1"/>
    <dgm:cxn modelId="{D9E3A53F-2B4F-4FE7-8934-7365B4DC76C2}" type="presParOf" srcId="{CB85A310-771F-4C28-B6B1-AE72BD9EACB2}" destId="{54AEC666-5C92-4C46-A088-FB03914C9052}" srcOrd="1" destOrd="0" presId="urn:microsoft.com/office/officeart/2005/8/layout/hierarchy1"/>
    <dgm:cxn modelId="{93DDBC60-E7C0-42B4-A120-65177C8AF1DE}" type="presParOf" srcId="{59FD1B1A-2721-4E67-8A01-6F59F788374D}" destId="{901F16BD-EFCB-4BE2-8134-2D93E82A1738}" srcOrd="1" destOrd="0" presId="urn:microsoft.com/office/officeart/2005/8/layout/hierarchy1"/>
    <dgm:cxn modelId="{5A7A6813-6FCF-4104-9080-A2A876153C0E}" type="presParOf" srcId="{9F9665FF-C821-47D8-A6E2-BCC2EDC1F132}" destId="{8006478E-4C92-43FE-95CE-4576D70A5707}" srcOrd="2" destOrd="0" presId="urn:microsoft.com/office/officeart/2005/8/layout/hierarchy1"/>
    <dgm:cxn modelId="{C391D8A1-68BD-450C-9F76-919165A84D1B}" type="presParOf" srcId="{8006478E-4C92-43FE-95CE-4576D70A5707}" destId="{C9ECFDA8-046F-497B-9556-D88733AD986F}" srcOrd="0" destOrd="0" presId="urn:microsoft.com/office/officeart/2005/8/layout/hierarchy1"/>
    <dgm:cxn modelId="{765C945B-E895-4CA1-947A-2A4C3948553C}" type="presParOf" srcId="{C9ECFDA8-046F-497B-9556-D88733AD986F}" destId="{3AA1E269-E654-4DC0-9D19-C2F50A187F0F}" srcOrd="0" destOrd="0" presId="urn:microsoft.com/office/officeart/2005/8/layout/hierarchy1"/>
    <dgm:cxn modelId="{73AD06FC-1324-4BA9-B39D-6E06B399EA98}" type="presParOf" srcId="{C9ECFDA8-046F-497B-9556-D88733AD986F}" destId="{45D55B64-6831-4382-AB5F-9073B23BE8A9}" srcOrd="1" destOrd="0" presId="urn:microsoft.com/office/officeart/2005/8/layout/hierarchy1"/>
    <dgm:cxn modelId="{4E6AB176-A3CC-4C7B-A62C-97018206532E}" type="presParOf" srcId="{8006478E-4C92-43FE-95CE-4576D70A5707}" destId="{7415DE47-D661-4AC0-A14A-903FDDD64B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B1A1A-9764-43B7-80D3-16F036E8C916}">
      <dsp:nvSpPr>
        <dsp:cNvPr id="0" name=""/>
        <dsp:cNvSpPr/>
      </dsp:nvSpPr>
      <dsp:spPr>
        <a:xfrm>
          <a:off x="4435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u="none" kern="1200">
              <a:solidFill>
                <a:srgbClr val="3A3A3A"/>
              </a:solidFill>
              <a:latin typeface="Segoe UI Semibold"/>
              <a:cs typeface="Segoe UI Semibold"/>
            </a:rPr>
            <a:t>LANDING</a:t>
          </a:r>
          <a:r>
            <a:rPr lang="pt-BR" sz="2300" b="1" i="0" kern="1200">
              <a:solidFill>
                <a:srgbClr val="3A3A3A"/>
              </a:solidFill>
              <a:latin typeface="Segoe UI Semibold"/>
              <a:cs typeface="Segoe UI"/>
            </a:rPr>
            <a:t> </a:t>
          </a: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ZONE</a:t>
          </a:r>
        </a:p>
      </dsp:txBody>
      <dsp:txXfrm>
        <a:off x="31975" y="27540"/>
        <a:ext cx="1884156" cy="885199"/>
      </dsp:txXfrm>
    </dsp:sp>
    <dsp:sp modelId="{8791F3E9-69CD-4D28-948C-36166D701DAC}">
      <dsp:nvSpPr>
        <dsp:cNvPr id="0" name=""/>
        <dsp:cNvSpPr/>
      </dsp:nvSpPr>
      <dsp:spPr>
        <a:xfrm>
          <a:off x="2137595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137595" y="325860"/>
        <a:ext cx="287783" cy="288558"/>
      </dsp:txXfrm>
    </dsp:sp>
    <dsp:sp modelId="{5A64838B-0935-468A-B04F-5303E7F34BEE}">
      <dsp:nvSpPr>
        <dsp:cNvPr id="0" name=""/>
        <dsp:cNvSpPr/>
      </dsp:nvSpPr>
      <dsp:spPr>
        <a:xfrm>
          <a:off x="2719366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BRONZE</a:t>
          </a:r>
        </a:p>
      </dsp:txBody>
      <dsp:txXfrm>
        <a:off x="2746906" y="27540"/>
        <a:ext cx="1884156" cy="885199"/>
      </dsp:txXfrm>
    </dsp:sp>
    <dsp:sp modelId="{10592560-37FA-4249-8134-882982F22512}">
      <dsp:nvSpPr>
        <dsp:cNvPr id="0" name=""/>
        <dsp:cNvSpPr/>
      </dsp:nvSpPr>
      <dsp:spPr>
        <a:xfrm>
          <a:off x="4852527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4852527" y="325860"/>
        <a:ext cx="287783" cy="288558"/>
      </dsp:txXfrm>
    </dsp:sp>
    <dsp:sp modelId="{2742A6B3-3DA3-4EEF-AA66-9E0FAD6911B5}">
      <dsp:nvSpPr>
        <dsp:cNvPr id="0" name=""/>
        <dsp:cNvSpPr/>
      </dsp:nvSpPr>
      <dsp:spPr>
        <a:xfrm>
          <a:off x="5434298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SILVER</a:t>
          </a:r>
        </a:p>
      </dsp:txBody>
      <dsp:txXfrm>
        <a:off x="5461838" y="27540"/>
        <a:ext cx="1884156" cy="885199"/>
      </dsp:txXfrm>
    </dsp:sp>
    <dsp:sp modelId="{37E4AF62-F996-44C2-A8E7-A5AEA08E7EC0}">
      <dsp:nvSpPr>
        <dsp:cNvPr id="0" name=""/>
        <dsp:cNvSpPr/>
      </dsp:nvSpPr>
      <dsp:spPr>
        <a:xfrm>
          <a:off x="7567458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7567458" y="325860"/>
        <a:ext cx="287783" cy="288558"/>
      </dsp:txXfrm>
    </dsp:sp>
    <dsp:sp modelId="{F23D68BC-EA09-4779-AD2F-3DD3767589AA}">
      <dsp:nvSpPr>
        <dsp:cNvPr id="0" name=""/>
        <dsp:cNvSpPr/>
      </dsp:nvSpPr>
      <dsp:spPr>
        <a:xfrm>
          <a:off x="8149229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GOLD</a:t>
          </a:r>
          <a:endParaRPr lang="pt-BR" sz="2300" b="1" kern="1200">
            <a:solidFill>
              <a:srgbClr val="3A3A3A"/>
            </a:solidFill>
            <a:latin typeface="Segoe UI Semibold"/>
            <a:ea typeface="Calibri Light" panose="020F0302020204030204"/>
            <a:cs typeface="Calibri Light" panose="020F0302020204030204"/>
          </a:endParaRPr>
        </a:p>
      </dsp:txBody>
      <dsp:txXfrm>
        <a:off x="8176769" y="27540"/>
        <a:ext cx="1884156" cy="885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B1A1A-9764-43B7-80D3-16F036E8C916}">
      <dsp:nvSpPr>
        <dsp:cNvPr id="0" name=""/>
        <dsp:cNvSpPr/>
      </dsp:nvSpPr>
      <dsp:spPr>
        <a:xfrm>
          <a:off x="4435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u="none" kern="1200">
              <a:solidFill>
                <a:srgbClr val="3A3A3A"/>
              </a:solidFill>
              <a:latin typeface="Segoe UI Semibold"/>
              <a:cs typeface="Segoe UI Semibold"/>
            </a:rPr>
            <a:t>LANDING</a:t>
          </a:r>
          <a:r>
            <a:rPr lang="pt-BR" sz="2300" b="1" i="0" kern="1200">
              <a:solidFill>
                <a:srgbClr val="3A3A3A"/>
              </a:solidFill>
              <a:latin typeface="Segoe UI Semibold"/>
              <a:cs typeface="Segoe UI"/>
            </a:rPr>
            <a:t> </a:t>
          </a: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ZONE</a:t>
          </a:r>
        </a:p>
      </dsp:txBody>
      <dsp:txXfrm>
        <a:off x="31975" y="27540"/>
        <a:ext cx="1884156" cy="885199"/>
      </dsp:txXfrm>
    </dsp:sp>
    <dsp:sp modelId="{8791F3E9-69CD-4D28-948C-36166D701DAC}">
      <dsp:nvSpPr>
        <dsp:cNvPr id="0" name=""/>
        <dsp:cNvSpPr/>
      </dsp:nvSpPr>
      <dsp:spPr>
        <a:xfrm>
          <a:off x="2137595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137595" y="325860"/>
        <a:ext cx="287783" cy="288558"/>
      </dsp:txXfrm>
    </dsp:sp>
    <dsp:sp modelId="{5A64838B-0935-468A-B04F-5303E7F34BEE}">
      <dsp:nvSpPr>
        <dsp:cNvPr id="0" name=""/>
        <dsp:cNvSpPr/>
      </dsp:nvSpPr>
      <dsp:spPr>
        <a:xfrm>
          <a:off x="2719366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BRONZE</a:t>
          </a:r>
        </a:p>
      </dsp:txBody>
      <dsp:txXfrm>
        <a:off x="2746906" y="27540"/>
        <a:ext cx="1884156" cy="885199"/>
      </dsp:txXfrm>
    </dsp:sp>
    <dsp:sp modelId="{10592560-37FA-4249-8134-882982F22512}">
      <dsp:nvSpPr>
        <dsp:cNvPr id="0" name=""/>
        <dsp:cNvSpPr/>
      </dsp:nvSpPr>
      <dsp:spPr>
        <a:xfrm>
          <a:off x="4852527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4852527" y="325860"/>
        <a:ext cx="287783" cy="288558"/>
      </dsp:txXfrm>
    </dsp:sp>
    <dsp:sp modelId="{2742A6B3-3DA3-4EEF-AA66-9E0FAD6911B5}">
      <dsp:nvSpPr>
        <dsp:cNvPr id="0" name=""/>
        <dsp:cNvSpPr/>
      </dsp:nvSpPr>
      <dsp:spPr>
        <a:xfrm>
          <a:off x="5434298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SILVER</a:t>
          </a:r>
        </a:p>
      </dsp:txBody>
      <dsp:txXfrm>
        <a:off x="5461838" y="27540"/>
        <a:ext cx="1884156" cy="885199"/>
      </dsp:txXfrm>
    </dsp:sp>
    <dsp:sp modelId="{37E4AF62-F996-44C2-A8E7-A5AEA08E7EC0}">
      <dsp:nvSpPr>
        <dsp:cNvPr id="0" name=""/>
        <dsp:cNvSpPr/>
      </dsp:nvSpPr>
      <dsp:spPr>
        <a:xfrm>
          <a:off x="7567458" y="229674"/>
          <a:ext cx="411118" cy="4809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7567458" y="325860"/>
        <a:ext cx="287783" cy="288558"/>
      </dsp:txXfrm>
    </dsp:sp>
    <dsp:sp modelId="{F23D68BC-EA09-4779-AD2F-3DD3767589AA}">
      <dsp:nvSpPr>
        <dsp:cNvPr id="0" name=""/>
        <dsp:cNvSpPr/>
      </dsp:nvSpPr>
      <dsp:spPr>
        <a:xfrm>
          <a:off x="8149229" y="0"/>
          <a:ext cx="1939236" cy="9402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solidFill>
                <a:srgbClr val="3A3A3A"/>
              </a:solidFill>
              <a:latin typeface="Segoe UI Semibold"/>
              <a:cs typeface="Segoe UI"/>
            </a:rPr>
            <a:t> GOLD</a:t>
          </a:r>
          <a:endParaRPr lang="pt-BR" sz="2300" b="1" kern="1200">
            <a:solidFill>
              <a:srgbClr val="3A3A3A"/>
            </a:solidFill>
            <a:latin typeface="Segoe UI Semibold"/>
            <a:ea typeface="Calibri Light" panose="020F0302020204030204"/>
            <a:cs typeface="Calibri Light" panose="020F0302020204030204"/>
          </a:endParaRPr>
        </a:p>
      </dsp:txBody>
      <dsp:txXfrm>
        <a:off x="8176769" y="27540"/>
        <a:ext cx="1884156" cy="8851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3013C-3CCF-41C1-83A6-AC3D133F484C}">
      <dsp:nvSpPr>
        <dsp:cNvPr id="0" name=""/>
        <dsp:cNvSpPr/>
      </dsp:nvSpPr>
      <dsp:spPr>
        <a:xfrm>
          <a:off x="0" y="4327"/>
          <a:ext cx="11674410" cy="1880529"/>
        </a:xfrm>
        <a:prstGeom prst="rightArrow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95CF9-2479-4588-AA4A-E94341B251AA}">
      <dsp:nvSpPr>
        <dsp:cNvPr id="0" name=""/>
        <dsp:cNvSpPr/>
      </dsp:nvSpPr>
      <dsp:spPr>
        <a:xfrm>
          <a:off x="8970408" y="474460"/>
          <a:ext cx="2231704" cy="940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0" bIns="1422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AGRUPADOS E PRONTOS PARA CONSUMO</a:t>
          </a:r>
        </a:p>
      </dsp:txBody>
      <dsp:txXfrm>
        <a:off x="8970408" y="474460"/>
        <a:ext cx="2231704" cy="940264"/>
      </dsp:txXfrm>
    </dsp:sp>
    <dsp:sp modelId="{A8B237C6-E1E2-4D11-805D-7349E91FF48A}">
      <dsp:nvSpPr>
        <dsp:cNvPr id="0" name=""/>
        <dsp:cNvSpPr/>
      </dsp:nvSpPr>
      <dsp:spPr>
        <a:xfrm>
          <a:off x="6292363" y="474460"/>
          <a:ext cx="2231704" cy="940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0" bIns="1422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LIMPOS</a:t>
          </a:r>
        </a:p>
      </dsp:txBody>
      <dsp:txXfrm>
        <a:off x="6292363" y="474460"/>
        <a:ext cx="2231704" cy="940264"/>
      </dsp:txXfrm>
    </dsp:sp>
    <dsp:sp modelId="{82FFA910-E78F-4C53-ADD2-91916C25E4E3}">
      <dsp:nvSpPr>
        <dsp:cNvPr id="0" name=""/>
        <dsp:cNvSpPr/>
      </dsp:nvSpPr>
      <dsp:spPr>
        <a:xfrm>
          <a:off x="3614317" y="474460"/>
          <a:ext cx="2231704" cy="940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0" bIns="1422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PADRONIZADOS</a:t>
          </a:r>
        </a:p>
      </dsp:txBody>
      <dsp:txXfrm>
        <a:off x="3614317" y="474460"/>
        <a:ext cx="2231704" cy="940264"/>
      </dsp:txXfrm>
    </dsp:sp>
    <dsp:sp modelId="{7237A616-CFBD-48DC-A663-E6B8B325C27B}">
      <dsp:nvSpPr>
        <dsp:cNvPr id="0" name=""/>
        <dsp:cNvSpPr/>
      </dsp:nvSpPr>
      <dsp:spPr>
        <a:xfrm>
          <a:off x="936271" y="474460"/>
          <a:ext cx="2231704" cy="940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2560" rIns="0" bIns="1625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>
              <a:solidFill>
                <a:srgbClr val="3A3A3A"/>
              </a:solidFill>
              <a:latin typeface="Segoe UI Semibold"/>
              <a:ea typeface="Segoe UI Black"/>
              <a:cs typeface="Segoe UI"/>
            </a:rPr>
            <a:t>DADOS BRUTOS</a:t>
          </a:r>
        </a:p>
      </dsp:txBody>
      <dsp:txXfrm>
        <a:off x="936271" y="474460"/>
        <a:ext cx="2231704" cy="9402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937E2-2688-4B32-B594-BC5B3D132464}">
      <dsp:nvSpPr>
        <dsp:cNvPr id="0" name=""/>
        <dsp:cNvSpPr/>
      </dsp:nvSpPr>
      <dsp:spPr>
        <a:xfrm>
          <a:off x="0" y="1699285"/>
          <a:ext cx="1961161" cy="12453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22896-5148-4245-BB92-306AB4AAF27F}">
      <dsp:nvSpPr>
        <dsp:cNvPr id="0" name=""/>
        <dsp:cNvSpPr/>
      </dsp:nvSpPr>
      <dsp:spPr>
        <a:xfrm>
          <a:off x="217906" y="1906297"/>
          <a:ext cx="1961161" cy="12453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>
              <a:solidFill>
                <a:srgbClr val="FF4500"/>
              </a:solidFill>
              <a:latin typeface="Calibri"/>
              <a:ea typeface="+mn-ea"/>
              <a:cs typeface="+mn-cs"/>
            </a:rPr>
            <a:t>PLANEJAMENTO</a:t>
          </a:r>
        </a:p>
      </dsp:txBody>
      <dsp:txXfrm>
        <a:off x="254381" y="1942772"/>
        <a:ext cx="1888211" cy="1172387"/>
      </dsp:txXfrm>
    </dsp:sp>
    <dsp:sp modelId="{A2FFD57B-294B-48B1-BF28-A1C1113F3CE7}">
      <dsp:nvSpPr>
        <dsp:cNvPr id="0" name=""/>
        <dsp:cNvSpPr/>
      </dsp:nvSpPr>
      <dsp:spPr>
        <a:xfrm>
          <a:off x="2396974" y="1699285"/>
          <a:ext cx="1961161" cy="12453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EC666-5C92-4C46-A088-FB03914C9052}">
      <dsp:nvSpPr>
        <dsp:cNvPr id="0" name=""/>
        <dsp:cNvSpPr/>
      </dsp:nvSpPr>
      <dsp:spPr>
        <a:xfrm>
          <a:off x="2614881" y="1906297"/>
          <a:ext cx="1961161" cy="12453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>
              <a:solidFill>
                <a:srgbClr val="FF4500"/>
              </a:solidFill>
              <a:latin typeface="Calibri"/>
              <a:ea typeface="+mn-ea"/>
              <a:cs typeface="+mn-cs"/>
            </a:rPr>
            <a:t>QUALIDADE</a:t>
          </a:r>
        </a:p>
      </dsp:txBody>
      <dsp:txXfrm>
        <a:off x="2651356" y="1942772"/>
        <a:ext cx="1888211" cy="1172387"/>
      </dsp:txXfrm>
    </dsp:sp>
    <dsp:sp modelId="{3AA1E269-E654-4DC0-9D19-C2F50A187F0F}">
      <dsp:nvSpPr>
        <dsp:cNvPr id="0" name=""/>
        <dsp:cNvSpPr/>
      </dsp:nvSpPr>
      <dsp:spPr>
        <a:xfrm>
          <a:off x="4793949" y="1699285"/>
          <a:ext cx="1961161" cy="12453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55B64-6831-4382-AB5F-9073B23BE8A9}">
      <dsp:nvSpPr>
        <dsp:cNvPr id="0" name=""/>
        <dsp:cNvSpPr/>
      </dsp:nvSpPr>
      <dsp:spPr>
        <a:xfrm>
          <a:off x="5011856" y="1906297"/>
          <a:ext cx="1961161" cy="12453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>
              <a:solidFill>
                <a:srgbClr val="FF4500"/>
              </a:solidFill>
              <a:latin typeface="Calibri"/>
              <a:ea typeface="Calibri"/>
              <a:cs typeface="Calibri"/>
            </a:rPr>
            <a:t>GOVERNANÇA</a:t>
          </a:r>
          <a:endParaRPr lang="en-US" sz="2000" b="1" kern="1200">
            <a:solidFill>
              <a:srgbClr val="FF4500"/>
            </a:solidFill>
            <a:latin typeface="Calibri"/>
            <a:ea typeface="Calibri"/>
            <a:cs typeface="Calibri"/>
          </a:endParaRPr>
        </a:p>
      </dsp:txBody>
      <dsp:txXfrm>
        <a:off x="5048331" y="1942772"/>
        <a:ext cx="1888211" cy="1172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svg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5" Type="http://schemas.openxmlformats.org/officeDocument/2006/relationships/image" Target="../media/image7.svg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diagramColors" Target="../diagrams/colors4.xml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9.png"/><Relationship Id="rId5" Type="http://schemas.openxmlformats.org/officeDocument/2006/relationships/diagramLayout" Target="../diagrams/layout4.xml"/><Relationship Id="rId1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diagramData" Target="../diagrams/data4.xml"/><Relationship Id="rId9" Type="http://schemas.openxmlformats.org/officeDocument/2006/relationships/image" Target="../media/image6.png"/><Relationship Id="rId1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B778E89-8C15-9EBC-1FC9-FA8607F542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1178" y="-1356101"/>
            <a:ext cx="13050151" cy="9557287"/>
          </a:xfrm>
          <a:prstGeom prst="rect">
            <a:avLst/>
          </a:prstGeom>
        </p:spPr>
      </p:pic>
      <p:pic>
        <p:nvPicPr>
          <p:cNvPr id="9" name="Gráfico 8" descr="Gráfico de barras com preenchimento sólido">
            <a:extLst>
              <a:ext uri="{FF2B5EF4-FFF2-40B4-BE49-F238E27FC236}">
                <a16:creationId xmlns:a16="http://schemas.microsoft.com/office/drawing/2014/main" id="{31485695-D8C3-B7F8-0FDE-2D7C120767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620000">
            <a:off x="8510987" y="4397608"/>
            <a:ext cx="2657959" cy="2657959"/>
          </a:xfrm>
          <a:prstGeom prst="rect">
            <a:avLst/>
          </a:prstGeom>
        </p:spPr>
      </p:pic>
      <p:pic>
        <p:nvPicPr>
          <p:cNvPr id="7" name="Gráfico 6" descr="Bloco de papel para gráficos com lápis">
            <a:extLst>
              <a:ext uri="{FF2B5EF4-FFF2-40B4-BE49-F238E27FC236}">
                <a16:creationId xmlns:a16="http://schemas.microsoft.com/office/drawing/2014/main" id="{4AA32C2D-1F53-D7D2-814F-12C726402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60000">
            <a:off x="9906000" y="4281406"/>
            <a:ext cx="3254644" cy="32029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252CCC-C89A-C8F3-20C3-C6D3102E3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10" y="635713"/>
            <a:ext cx="11163106" cy="2031055"/>
          </a:xfrm>
        </p:spPr>
        <p:txBody>
          <a:bodyPr>
            <a:normAutofit/>
          </a:bodyPr>
          <a:lstStyle/>
          <a:p>
            <a:pPr algn="l"/>
            <a:r>
              <a:rPr lang="pt-BR" sz="5000" b="1">
                <a:highlight>
                  <a:srgbClr val="FF6A33"/>
                </a:highlight>
                <a:latin typeface="Segoe UI"/>
                <a:ea typeface="Calibri Light"/>
                <a:cs typeface="Calibri Light"/>
              </a:rPr>
              <a:t>DATA STORYTELLING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D9BFB16-0650-013F-AE02-26CE481C2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310" y="2667197"/>
            <a:ext cx="11163106" cy="6820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3000">
                <a:solidFill>
                  <a:srgbClr val="000000"/>
                </a:solidFill>
                <a:latin typeface="Segoe UI Semibold"/>
                <a:ea typeface="Calibri Light"/>
                <a:cs typeface="Segoe UI"/>
              </a:rPr>
              <a:t>ACONTECIMENTOS, SAZONALIDADES E TENDÊNCIAS</a:t>
            </a:r>
            <a:endParaRPr lang="pt-BR">
              <a:latin typeface="Segoe UI Semibold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F5555CE-FC05-D200-7CBC-6A3FD212639E}"/>
              </a:ext>
            </a:extLst>
          </p:cNvPr>
          <p:cNvSpPr/>
          <p:nvPr/>
        </p:nvSpPr>
        <p:spPr>
          <a:xfrm>
            <a:off x="-361456" y="4409814"/>
            <a:ext cx="6452350" cy="3931539"/>
          </a:xfrm>
          <a:prstGeom prst="ellipse">
            <a:avLst/>
          </a:prstGeom>
          <a:solidFill>
            <a:srgbClr val="FFFFFF">
              <a:alpha val="13000"/>
            </a:srgb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6" name="Gráfico 45" descr="DataEX Logo">
            <a:extLst>
              <a:ext uri="{FF2B5EF4-FFF2-40B4-BE49-F238E27FC236}">
                <a16:creationId xmlns:a16="http://schemas.microsoft.com/office/drawing/2014/main" id="{B7B45523-D971-554E-817A-2C67F47C3F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BE85E013-C75C-C4ED-DCC0-097ED44564B2}"/>
              </a:ext>
            </a:extLst>
          </p:cNvPr>
          <p:cNvSpPr txBox="1"/>
          <p:nvPr/>
        </p:nvSpPr>
        <p:spPr>
          <a:xfrm>
            <a:off x="527957" y="4650920"/>
            <a:ext cx="38862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Segoe UI"/>
                <a:ea typeface="Calibri"/>
                <a:cs typeface="Calibri"/>
              </a:rPr>
              <a:t>ARTUR LOMBARDI</a:t>
            </a:r>
          </a:p>
          <a:p>
            <a:r>
              <a:rPr lang="pt-BR" sz="1600">
                <a:latin typeface="Segoe UI"/>
                <a:ea typeface="Calibri"/>
                <a:cs typeface="Calibri"/>
              </a:rPr>
              <a:t>HENRIQUE VIEIRA DA SILVA</a:t>
            </a:r>
          </a:p>
          <a:p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LUAN PASCOAL DO BEM SILVA</a:t>
            </a:r>
          </a:p>
          <a:p>
            <a:r>
              <a:rPr lang="pt-BR" sz="1600">
                <a:latin typeface="Segoe UI"/>
                <a:ea typeface="Calibri"/>
                <a:cs typeface="Calibri"/>
              </a:rPr>
              <a:t>MARIANA SEIKO FUKUOKA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316AA325-8B85-5533-78CB-30AA912AED0C}"/>
              </a:ext>
            </a:extLst>
          </p:cNvPr>
          <p:cNvSpPr/>
          <p:nvPr/>
        </p:nvSpPr>
        <p:spPr>
          <a:xfrm>
            <a:off x="10458929" y="369226"/>
            <a:ext cx="914399" cy="914399"/>
          </a:xfrm>
          <a:prstGeom prst="rect">
            <a:avLst/>
          </a:prstGeom>
          <a:solidFill>
            <a:srgbClr val="FFD6C7"/>
          </a:solidFill>
          <a:ln>
            <a:solidFill>
              <a:srgbClr val="F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04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7373-05F3-7F52-18E3-98E1E27B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2A110B13-848E-76E6-477D-064E6265FF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93195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ABB1802B-2963-41B6-CDBE-314B94D9A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3707A906-0C44-F966-61CB-C6CD0E3D1E2C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QUAL A NOSSA MISSÃO?</a:t>
            </a:r>
            <a:endParaRPr lang="pt-BR" sz="6000"/>
          </a:p>
        </p:txBody>
      </p:sp>
    </p:spTree>
    <p:extLst>
      <p:ext uri="{BB962C8B-B14F-4D97-AF65-F5344CB8AC3E}">
        <p14:creationId xmlns:p14="http://schemas.microsoft.com/office/powerpoint/2010/main" val="105009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188E-E7C3-F06B-EA9A-ADEF14A9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E10DA74-F525-DEE2-4E14-7CD805D86A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93195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159FEC9E-A33A-3C25-9F20-20668A6E6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071120E8-AA24-CC81-F2B0-E21E2AE7D9FD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QUAL A NOSSA MISSÃO?</a:t>
            </a:r>
            <a:endParaRPr lang="pt-BR" sz="600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D1030B39-95A2-7A03-CC6F-8BF23C2F293D}"/>
              </a:ext>
            </a:extLst>
          </p:cNvPr>
          <p:cNvSpPr txBox="1">
            <a:spLocks/>
          </p:cNvSpPr>
          <p:nvPr/>
        </p:nvSpPr>
        <p:spPr>
          <a:xfrm>
            <a:off x="1331292" y="3611825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" b="1" i="1">
                <a:solidFill>
                  <a:srgbClr val="FF4500"/>
                </a:solidFill>
                <a:latin typeface="Book Antiqua"/>
                <a:ea typeface="Calibri Light"/>
                <a:cs typeface="Calibri Light"/>
              </a:rPr>
              <a:t>DAR SENTIDO AOS DADOS</a:t>
            </a:r>
          </a:p>
        </p:txBody>
      </p:sp>
    </p:spTree>
    <p:extLst>
      <p:ext uri="{BB962C8B-B14F-4D97-AF65-F5344CB8AC3E}">
        <p14:creationId xmlns:p14="http://schemas.microsoft.com/office/powerpoint/2010/main" val="367540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2BE9-3A92-E021-A01E-FF049155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A15F66D-57A8-F285-8BF3-9BF2343405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707572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4B217C53-1D8C-55A9-C3A7-1D52A165F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06709D1-FA4A-734E-7A6B-ED11B39E9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089" y="1299674"/>
            <a:ext cx="7176998" cy="4097188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1340E8C6-9FC0-0760-A9A7-3E20D310E3D1}"/>
              </a:ext>
            </a:extLst>
          </p:cNvPr>
          <p:cNvSpPr/>
          <p:nvPr/>
        </p:nvSpPr>
        <p:spPr>
          <a:xfrm>
            <a:off x="5165237" y="3281119"/>
            <a:ext cx="1578428" cy="580571"/>
          </a:xfrm>
          <a:prstGeom prst="rightArrow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A0BFB7-E574-C132-5CF2-B7F83C954423}"/>
              </a:ext>
            </a:extLst>
          </p:cNvPr>
          <p:cNvSpPr/>
          <p:nvPr/>
        </p:nvSpPr>
        <p:spPr>
          <a:xfrm>
            <a:off x="2062053" y="2526436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3E038F-1B22-6BFA-553B-35CD0ED7A75C}"/>
              </a:ext>
            </a:extLst>
          </p:cNvPr>
          <p:cNvSpPr/>
          <p:nvPr/>
        </p:nvSpPr>
        <p:spPr>
          <a:xfrm>
            <a:off x="769330" y="3348919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3AF665B-53CD-AF00-0F11-7D350DA1DFFB}"/>
              </a:ext>
            </a:extLst>
          </p:cNvPr>
          <p:cNvSpPr/>
          <p:nvPr/>
        </p:nvSpPr>
        <p:spPr>
          <a:xfrm>
            <a:off x="1986449" y="3625808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C81AB7E-616C-4438-F9A7-3ED0EABE28DF}"/>
              </a:ext>
            </a:extLst>
          </p:cNvPr>
          <p:cNvSpPr/>
          <p:nvPr/>
        </p:nvSpPr>
        <p:spPr>
          <a:xfrm>
            <a:off x="1401685" y="4444325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DA0BFF-EEDC-2759-387B-F6CA044B9BA9}"/>
              </a:ext>
            </a:extLst>
          </p:cNvPr>
          <p:cNvSpPr/>
          <p:nvPr/>
        </p:nvSpPr>
        <p:spPr>
          <a:xfrm>
            <a:off x="3283880" y="2736642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43557E-AEC9-C201-049A-6199C50B5337}"/>
              </a:ext>
            </a:extLst>
          </p:cNvPr>
          <p:cNvSpPr/>
          <p:nvPr/>
        </p:nvSpPr>
        <p:spPr>
          <a:xfrm>
            <a:off x="3157212" y="3896995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6D18CCC-D775-8E08-70E3-9ABF988ED243}"/>
              </a:ext>
            </a:extLst>
          </p:cNvPr>
          <p:cNvSpPr/>
          <p:nvPr/>
        </p:nvSpPr>
        <p:spPr>
          <a:xfrm>
            <a:off x="905915" y="2316229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8596395-5A66-1BF0-1CD2-C5B399187DEE}"/>
              </a:ext>
            </a:extLst>
          </p:cNvPr>
          <p:cNvSpPr/>
          <p:nvPr/>
        </p:nvSpPr>
        <p:spPr>
          <a:xfrm>
            <a:off x="2508742" y="1580504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717C21E-DEEF-FE8C-BCC8-26E12F05380A}"/>
              </a:ext>
            </a:extLst>
          </p:cNvPr>
          <p:cNvSpPr/>
          <p:nvPr/>
        </p:nvSpPr>
        <p:spPr>
          <a:xfrm>
            <a:off x="1418294" y="1422849"/>
            <a:ext cx="1288142" cy="1106714"/>
          </a:xfrm>
          <a:prstGeom prst="rect">
            <a:avLst/>
          </a:prstGeom>
          <a:solidFill>
            <a:srgbClr val="6E6E6E"/>
          </a:solidFill>
          <a:ln w="57150">
            <a:solidFill>
              <a:srgbClr val="FF4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i="1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FA25B3-C503-BD60-6E46-B7A89AE52755}"/>
              </a:ext>
            </a:extLst>
          </p:cNvPr>
          <p:cNvSpPr txBox="1"/>
          <p:nvPr/>
        </p:nvSpPr>
        <p:spPr>
          <a:xfrm>
            <a:off x="1630802" y="1761959"/>
            <a:ext cx="1219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E5767D6-A588-FE11-EB67-9CB8EB6CA49A}"/>
              </a:ext>
            </a:extLst>
          </p:cNvPr>
          <p:cNvSpPr txBox="1"/>
          <p:nvPr/>
        </p:nvSpPr>
        <p:spPr>
          <a:xfrm>
            <a:off x="2766612" y="1891354"/>
            <a:ext cx="1219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A508B6F-05C6-3E3D-0FA7-4EB0CA2A5568}"/>
              </a:ext>
            </a:extLst>
          </p:cNvPr>
          <p:cNvSpPr txBox="1"/>
          <p:nvPr/>
        </p:nvSpPr>
        <p:spPr>
          <a:xfrm>
            <a:off x="1185102" y="2653353"/>
            <a:ext cx="1219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41782CD-A4BD-0547-E555-27163AF62344}"/>
              </a:ext>
            </a:extLst>
          </p:cNvPr>
          <p:cNvSpPr txBox="1"/>
          <p:nvPr/>
        </p:nvSpPr>
        <p:spPr>
          <a:xfrm>
            <a:off x="3384837" y="4191730"/>
            <a:ext cx="1219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1D1B59C-26E5-7148-B03C-169AD55EEC04}"/>
              </a:ext>
            </a:extLst>
          </p:cNvPr>
          <p:cNvSpPr txBox="1"/>
          <p:nvPr/>
        </p:nvSpPr>
        <p:spPr>
          <a:xfrm>
            <a:off x="2335289" y="2840259"/>
            <a:ext cx="103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8C5EFA-8CC2-DDC5-A934-DF6219599BC6}"/>
              </a:ext>
            </a:extLst>
          </p:cNvPr>
          <p:cNvSpPr txBox="1"/>
          <p:nvPr/>
        </p:nvSpPr>
        <p:spPr>
          <a:xfrm>
            <a:off x="1659553" y="4738070"/>
            <a:ext cx="103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89AF31-39C5-876D-E62B-9B613ACEF7AF}"/>
              </a:ext>
            </a:extLst>
          </p:cNvPr>
          <p:cNvSpPr txBox="1"/>
          <p:nvPr/>
        </p:nvSpPr>
        <p:spPr>
          <a:xfrm>
            <a:off x="2249025" y="3904182"/>
            <a:ext cx="730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616D61D-C6CC-2855-5251-BE889AB9D431}"/>
              </a:ext>
            </a:extLst>
          </p:cNvPr>
          <p:cNvSpPr txBox="1"/>
          <p:nvPr/>
        </p:nvSpPr>
        <p:spPr>
          <a:xfrm>
            <a:off x="3514232" y="3070295"/>
            <a:ext cx="12623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EE8E0B0-CD53-3B35-E036-162D6C146F6C}"/>
              </a:ext>
            </a:extLst>
          </p:cNvPr>
          <p:cNvSpPr txBox="1"/>
          <p:nvPr/>
        </p:nvSpPr>
        <p:spPr>
          <a:xfrm>
            <a:off x="983817" y="3631012"/>
            <a:ext cx="12623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i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pt-BR" b="1" i="1" err="1">
                <a:solidFill>
                  <a:srgbClr val="FFFFFF"/>
                </a:solidFill>
                <a:latin typeface="Consolas"/>
                <a:ea typeface="Calibri"/>
                <a:cs typeface="Calibri"/>
              </a:rPr>
              <a:t>csv</a:t>
            </a:r>
            <a:endParaRPr lang="pt-BR" b="1" i="1" err="1">
              <a:solidFill>
                <a:srgbClr val="FFFFF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3483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96E2-F9DC-FF29-EA10-937970DE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DC3E0D55-9589-16D1-DF2D-FE9F70D343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93195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061719FC-D55D-260B-EC6B-CDC31EC03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39A498E7-7FE7-FA4D-3931-A6529B911B77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7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O QUE CRIAMOS?</a:t>
            </a:r>
          </a:p>
        </p:txBody>
      </p:sp>
    </p:spTree>
    <p:extLst>
      <p:ext uri="{BB962C8B-B14F-4D97-AF65-F5344CB8AC3E}">
        <p14:creationId xmlns:p14="http://schemas.microsoft.com/office/powerpoint/2010/main" val="88633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4B46-5428-82A5-D163-529AA4EF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C1A48979-3642-CE7F-9E8E-B33CFA61DC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93195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1102FF9C-19E0-86AC-5B4A-326862B21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C6C2881B-62F3-547E-0044-E5665F4934A3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7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O QUE CRIAMOS?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11EFC5F-3D51-AC90-3EAA-FD6EC8AE8C7D}"/>
              </a:ext>
            </a:extLst>
          </p:cNvPr>
          <p:cNvSpPr txBox="1">
            <a:spLocks/>
          </p:cNvSpPr>
          <p:nvPr/>
        </p:nvSpPr>
        <p:spPr>
          <a:xfrm>
            <a:off x="2308952" y="3755597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" b="1" i="1">
                <a:solidFill>
                  <a:srgbClr val="FF4500"/>
                </a:solidFill>
                <a:latin typeface="Book Antiqua"/>
                <a:ea typeface="Calibri Light"/>
                <a:cs typeface="Calibri Light"/>
              </a:rPr>
              <a:t>A SOLUÇÃO</a:t>
            </a:r>
          </a:p>
        </p:txBody>
      </p:sp>
    </p:spTree>
    <p:extLst>
      <p:ext uri="{BB962C8B-B14F-4D97-AF65-F5344CB8AC3E}">
        <p14:creationId xmlns:p14="http://schemas.microsoft.com/office/powerpoint/2010/main" val="247697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C4A8-9EC9-0660-B6AF-78A8D2B4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3340FF44-FDB9-77D4-896F-8C16F03C05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93195"/>
            <a:ext cx="13050151" cy="9557287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B7D7B6-0322-1BA6-43CD-C5DF5834D07E}"/>
              </a:ext>
            </a:extLst>
          </p:cNvPr>
          <p:cNvGraphicFramePr/>
          <p:nvPr/>
        </p:nvGraphicFramePr>
        <p:xfrm>
          <a:off x="1049550" y="3613032"/>
          <a:ext cx="10092902" cy="940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1" name="Gráfico 60" descr="DataEX Logo">
            <a:extLst>
              <a:ext uri="{FF2B5EF4-FFF2-40B4-BE49-F238E27FC236}">
                <a16:creationId xmlns:a16="http://schemas.microsoft.com/office/drawing/2014/main" id="{56C1648E-6375-50BD-4223-7F2A1EE90C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9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62D5-0C36-2D32-65AF-5F6E4B41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8" name="Imagem 1877">
            <a:extLst>
              <a:ext uri="{FF2B5EF4-FFF2-40B4-BE49-F238E27FC236}">
                <a16:creationId xmlns:a16="http://schemas.microsoft.com/office/drawing/2014/main" id="{D303B046-41C9-A2D8-A6D0-C26750A228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78818"/>
            <a:ext cx="13050151" cy="9557287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398C228-AE8C-4031-E139-0C30D3CF40F9}"/>
              </a:ext>
            </a:extLst>
          </p:cNvPr>
          <p:cNvGraphicFramePr/>
          <p:nvPr/>
        </p:nvGraphicFramePr>
        <p:xfrm>
          <a:off x="1049550" y="3613032"/>
          <a:ext cx="10092902" cy="940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102" name="Diagrama 1101">
            <a:extLst>
              <a:ext uri="{FF2B5EF4-FFF2-40B4-BE49-F238E27FC236}">
                <a16:creationId xmlns:a16="http://schemas.microsoft.com/office/drawing/2014/main" id="{518DDC81-D41E-C350-F9CA-6ED663778D76}"/>
              </a:ext>
            </a:extLst>
          </p:cNvPr>
          <p:cNvGraphicFramePr/>
          <p:nvPr/>
        </p:nvGraphicFramePr>
        <p:xfrm>
          <a:off x="3" y="1528316"/>
          <a:ext cx="11674410" cy="1889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894" name="Gráfico 1893" descr="DataEX Logo">
            <a:extLst>
              <a:ext uri="{FF2B5EF4-FFF2-40B4-BE49-F238E27FC236}">
                <a16:creationId xmlns:a16="http://schemas.microsoft.com/office/drawing/2014/main" id="{6F64F099-0460-2E09-CA4E-238FFC755F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9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DF4FD-677A-E6AE-BD4D-92D7C3EF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>
            <a:extLst>
              <a:ext uri="{FF2B5EF4-FFF2-40B4-BE49-F238E27FC236}">
                <a16:creationId xmlns:a16="http://schemas.microsoft.com/office/drawing/2014/main" id="{2AF8BDDC-C1D8-3398-F46E-5D4DCF3070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865027" y="-2678818"/>
            <a:ext cx="13050151" cy="9557287"/>
          </a:xfrm>
          <a:prstGeom prst="rect">
            <a:avLst/>
          </a:prstGeom>
        </p:spPr>
      </p:pic>
      <p:graphicFrame>
        <p:nvGraphicFramePr>
          <p:cNvPr id="331" name="Diagrama 330">
            <a:extLst>
              <a:ext uri="{FF2B5EF4-FFF2-40B4-BE49-F238E27FC236}">
                <a16:creationId xmlns:a16="http://schemas.microsoft.com/office/drawing/2014/main" id="{CA769BDC-AFE0-3B30-8B5A-E41F12AD7C50}"/>
              </a:ext>
            </a:extLst>
          </p:cNvPr>
          <p:cNvGraphicFramePr/>
          <p:nvPr/>
        </p:nvGraphicFramePr>
        <p:xfrm>
          <a:off x="2602302" y="1715220"/>
          <a:ext cx="6973018" cy="4850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147" name="Gráfico 1146" descr="DataEX Logo">
            <a:extLst>
              <a:ext uri="{FF2B5EF4-FFF2-40B4-BE49-F238E27FC236}">
                <a16:creationId xmlns:a16="http://schemas.microsoft.com/office/drawing/2014/main" id="{90A6FC0F-F5ED-6B70-F373-D6EE9A9AC2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pic>
        <p:nvPicPr>
          <p:cNvPr id="1148" name="Gráfico 1147" descr="Calendário diário com preenchimento sólido">
            <a:extLst>
              <a:ext uri="{FF2B5EF4-FFF2-40B4-BE49-F238E27FC236}">
                <a16:creationId xmlns:a16="http://schemas.microsoft.com/office/drawing/2014/main" id="{DA2494BF-942C-1BDC-39DE-E4CFFC16D5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9887" y="2012830"/>
            <a:ext cx="914400" cy="914400"/>
          </a:xfrm>
          <a:prstGeom prst="rect">
            <a:avLst/>
          </a:prstGeom>
        </p:spPr>
      </p:pic>
      <p:pic>
        <p:nvPicPr>
          <p:cNvPr id="1149" name="Gráfico 1148" descr="Marca de seleção com preenchimento sólido">
            <a:extLst>
              <a:ext uri="{FF2B5EF4-FFF2-40B4-BE49-F238E27FC236}">
                <a16:creationId xmlns:a16="http://schemas.microsoft.com/office/drawing/2014/main" id="{2DC3C3A1-8739-88C1-3A68-FB5751E365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9661" y="2012830"/>
            <a:ext cx="914400" cy="914400"/>
          </a:xfrm>
          <a:prstGeom prst="rect">
            <a:avLst/>
          </a:prstGeom>
        </p:spPr>
      </p:pic>
      <p:pic>
        <p:nvPicPr>
          <p:cNvPr id="1150" name="Gráfico 1149" descr="Call center com preenchimento sólido">
            <a:extLst>
              <a:ext uri="{FF2B5EF4-FFF2-40B4-BE49-F238E27FC236}">
                <a16:creationId xmlns:a16="http://schemas.microsoft.com/office/drawing/2014/main" id="{258BEDC9-7420-7515-86CB-276D228A97B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07547" y="20128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8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8C95-6AFE-84CF-7CE2-5C907903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AC6CAFF-6D51-73F0-581B-08171DB640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8058C91E-1054-BFE9-CF67-18D117C0A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D9448128-7250-1174-69B8-FAB2BD89FAF8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7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QUAIS OS RESULTADOS?</a:t>
            </a:r>
          </a:p>
        </p:txBody>
      </p:sp>
    </p:spTree>
    <p:extLst>
      <p:ext uri="{BB962C8B-B14F-4D97-AF65-F5344CB8AC3E}">
        <p14:creationId xmlns:p14="http://schemas.microsoft.com/office/powerpoint/2010/main" val="298193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C3A-376E-042C-56F1-88838C56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2A5EAF72-80E6-3927-205E-5A6296587F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pic>
        <p:nvPicPr>
          <p:cNvPr id="17" name="Gráfico 16" descr="DataEX Logo">
            <a:extLst>
              <a:ext uri="{FF2B5EF4-FFF2-40B4-BE49-F238E27FC236}">
                <a16:creationId xmlns:a16="http://schemas.microsoft.com/office/drawing/2014/main" id="{79FA57A3-6B4F-415A-C57E-2C00FEF12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7F69F0A0-D33B-2846-2F02-AB74827D49C4}"/>
              </a:ext>
            </a:extLst>
          </p:cNvPr>
          <p:cNvSpPr txBox="1">
            <a:spLocks/>
          </p:cNvSpPr>
          <p:nvPr/>
        </p:nvSpPr>
        <p:spPr>
          <a:xfrm>
            <a:off x="511782" y="2821071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7000" b="1">
                <a:solidFill>
                  <a:srgbClr val="6E6E6E"/>
                </a:solidFill>
                <a:latin typeface="Segoe UI"/>
                <a:ea typeface="Calibri Light"/>
                <a:cs typeface="Calibri Light"/>
              </a:rPr>
              <a:t>QUAIS OS RESULTADOS?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592D387-FFAA-62BF-0A66-852ED431C0BD}"/>
              </a:ext>
            </a:extLst>
          </p:cNvPr>
          <p:cNvSpPr txBox="1">
            <a:spLocks/>
          </p:cNvSpPr>
          <p:nvPr/>
        </p:nvSpPr>
        <p:spPr>
          <a:xfrm>
            <a:off x="2855292" y="3712465"/>
            <a:ext cx="11163106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" b="1" i="1">
                <a:solidFill>
                  <a:srgbClr val="FF4500"/>
                </a:solidFill>
                <a:latin typeface="Book Antiqua"/>
                <a:ea typeface="Calibri Light"/>
                <a:cs typeface="Calibri Light"/>
              </a:rPr>
              <a:t>DADOS VALIOSOS</a:t>
            </a:r>
          </a:p>
        </p:txBody>
      </p:sp>
    </p:spTree>
    <p:extLst>
      <p:ext uri="{BB962C8B-B14F-4D97-AF65-F5344CB8AC3E}">
        <p14:creationId xmlns:p14="http://schemas.microsoft.com/office/powerpoint/2010/main" val="3501157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FEA2558E-B8F7-0224-085D-F93856AB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22ACA54-D3FE-4245-8C6B-359E22FC5095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CATEGORIA MAIS VENDIDA x LUCRATIVA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BD4CF07-F019-8569-6CE2-A063CB7DD672}"/>
              </a:ext>
            </a:extLst>
          </p:cNvPr>
          <p:cNvSpPr>
            <a:spLocks noGrp="1"/>
          </p:cNvSpPr>
          <p:nvPr/>
        </p:nvSpPr>
        <p:spPr>
          <a:xfrm>
            <a:off x="838200" y="1290166"/>
            <a:ext cx="10515600" cy="1385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 panose="020F0502020204030204"/>
                <a:cs typeface="Calibri" panose="020F0502020204030204"/>
              </a:rPr>
              <a:t>Do período entre 2022-2025, alguns fatos relevantes puderam ser notados sobre as categorias de produtos: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pt-BR" sz="1600">
                <a:latin typeface="Segoe UI"/>
                <a:ea typeface="Calibri" panose="020F0502020204030204"/>
                <a:cs typeface="Calibri" panose="020F0502020204030204"/>
              </a:rPr>
              <a:t>A quantidade de vendas é similar entre todas as categorias</a:t>
            </a:r>
            <a:endParaRPr lang="pt-BR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pt-BR" sz="1600" b="1">
                <a:latin typeface="Segoe UI"/>
                <a:ea typeface="Calibri" panose="020F0502020204030204"/>
                <a:cs typeface="Calibri" panose="020F0502020204030204"/>
              </a:rPr>
              <a:t>Móveis</a:t>
            </a:r>
            <a:r>
              <a:rPr lang="pt-BR" sz="1600">
                <a:latin typeface="Segoe UI"/>
                <a:ea typeface="Calibri" panose="020F0502020204030204"/>
                <a:cs typeface="Calibri" panose="020F0502020204030204"/>
              </a:rPr>
              <a:t> é a categoria </a:t>
            </a:r>
            <a:r>
              <a:rPr lang="pt-BR" sz="1600" b="1">
                <a:latin typeface="Segoe UI"/>
                <a:ea typeface="Calibri" panose="020F0502020204030204"/>
                <a:cs typeface="Calibri" panose="020F0502020204030204"/>
              </a:rPr>
              <a:t>mais lucrativa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pt-BR" sz="1600" b="1">
                <a:latin typeface="Segoe UI"/>
                <a:ea typeface="Calibri" panose="020F0502020204030204"/>
                <a:cs typeface="Calibri" panose="020F0502020204030204"/>
              </a:rPr>
              <a:t>Vestuário</a:t>
            </a:r>
            <a:r>
              <a:rPr lang="pt-BR" sz="1600">
                <a:latin typeface="Segoe UI"/>
                <a:ea typeface="Calibri" panose="020F0502020204030204"/>
                <a:cs typeface="Calibri" panose="020F0502020204030204"/>
              </a:rPr>
              <a:t> é a categoria </a:t>
            </a:r>
            <a:r>
              <a:rPr lang="pt-BR" sz="1600" b="1">
                <a:latin typeface="Segoe UI"/>
                <a:ea typeface="Calibri" panose="020F0502020204030204"/>
                <a:cs typeface="Calibri" panose="020F0502020204030204"/>
              </a:rPr>
              <a:t>mais vendida</a:t>
            </a:r>
          </a:p>
        </p:txBody>
      </p:sp>
      <p:pic>
        <p:nvPicPr>
          <p:cNvPr id="11" name="Imagem 10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726DDDD-D8BC-776D-14D3-A9D892832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152" y="2924335"/>
            <a:ext cx="8813321" cy="36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3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8B57BD-9C7A-3258-40D0-5D72D050B5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53103CF-E809-7A72-F1D0-17FA3EEC32AE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PRODUTO CHAVE DA CATEGORIA VESTUÁRIO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C9C6AF44-3A61-35A6-9221-EF37AEE40168}"/>
              </a:ext>
            </a:extLst>
          </p:cNvPr>
          <p:cNvSpPr>
            <a:spLocks noGrp="1"/>
          </p:cNvSpPr>
          <p:nvPr/>
        </p:nvSpPr>
        <p:spPr>
          <a:xfrm>
            <a:off x="838200" y="1269572"/>
            <a:ext cx="10515600" cy="922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Calibri"/>
              </a:rPr>
              <a:t>Dentre os produtos da categoria vestuário, pudemos observar um fato interessante:</a:t>
            </a:r>
          </a:p>
          <a:p>
            <a:pPr marL="285750" indent="-285750"/>
            <a:r>
              <a:rPr lang="pt-BR" sz="1600">
                <a:latin typeface="Segoe UI"/>
                <a:ea typeface="Calibri"/>
                <a:cs typeface="Calibri"/>
              </a:rPr>
              <a:t>O </a:t>
            </a:r>
            <a:r>
              <a:rPr lang="pt-BR" sz="1600" b="1">
                <a:latin typeface="Segoe UI"/>
                <a:ea typeface="Calibri"/>
                <a:cs typeface="Calibri"/>
              </a:rPr>
              <a:t>produto 210</a:t>
            </a:r>
            <a:r>
              <a:rPr lang="pt-BR" sz="1600">
                <a:latin typeface="Segoe UI"/>
                <a:ea typeface="Calibri"/>
                <a:cs typeface="Calibri"/>
              </a:rPr>
              <a:t> apresentou um </a:t>
            </a:r>
            <a:r>
              <a:rPr lang="pt-BR" sz="1600" b="1">
                <a:latin typeface="Segoe UI"/>
                <a:ea typeface="Calibri"/>
                <a:cs typeface="Calibri"/>
              </a:rPr>
              <a:t>valor total vendido muito acima da média</a:t>
            </a:r>
          </a:p>
          <a:p>
            <a:pPr marL="285750" indent="-285750"/>
            <a:r>
              <a:rPr lang="pt-BR" sz="1600">
                <a:latin typeface="Segoe UI"/>
                <a:ea typeface="Calibri"/>
                <a:cs typeface="Calibri"/>
              </a:rPr>
              <a:t>Em comparação com o segundo maior valor total vendido, o produto 210 obteve quase o dobro do valor</a:t>
            </a:r>
          </a:p>
        </p:txBody>
      </p:sp>
      <p:pic>
        <p:nvPicPr>
          <p:cNvPr id="12" name="Imagem 1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41F73C2-E73F-9DE4-7FF0-F14D9F21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755" y="2388307"/>
            <a:ext cx="7576868" cy="416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051EB2C0-F4EA-FAB6-5D43-C99FDDAC02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037D9F1A-E773-09DD-AA95-23488128B077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ACONTECIMENTOS NO ESPORTE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14FE5D63-789C-4108-C1BA-2BBF38430103}"/>
              </a:ext>
            </a:extLst>
          </p:cNvPr>
          <p:cNvSpPr>
            <a:spLocks noGrp="1"/>
          </p:cNvSpPr>
          <p:nvPr/>
        </p:nvSpPr>
        <p:spPr>
          <a:xfrm>
            <a:off x="838200" y="1269572"/>
            <a:ext cx="10515600" cy="1601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Calibri"/>
              </a:rPr>
              <a:t>Observando as vendas dos produtos da categoria esporte, pôde-se observar uma </a:t>
            </a:r>
            <a:r>
              <a:rPr lang="pt-BR" sz="1600" b="1">
                <a:latin typeface="Segoe UI"/>
                <a:ea typeface="Calibri"/>
                <a:cs typeface="Calibri"/>
              </a:rPr>
              <a:t>alta não comum em Outubro de 2023</a:t>
            </a:r>
            <a:r>
              <a:rPr lang="pt-BR" sz="1600">
                <a:latin typeface="Segoe UI"/>
                <a:ea typeface="Calibri"/>
                <a:cs typeface="Calibri"/>
              </a:rPr>
              <a:t>. Dentre os principais possíveis fatores estão:</a:t>
            </a:r>
          </a:p>
          <a:p>
            <a:pPr marL="285750" indent="-285750"/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Mudança do nome da Supercopa do Brasil para </a:t>
            </a:r>
            <a:r>
              <a:rPr lang="pt-BR" sz="16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Supercopa Rei</a:t>
            </a:r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, em homenagem ao Pelé</a:t>
            </a:r>
          </a:p>
          <a:p>
            <a:pPr marL="285750" indent="-285750"/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Acontecimento dos Jogos </a:t>
            </a:r>
            <a:r>
              <a:rPr lang="pt-BR" sz="16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Pan-Americanos</a:t>
            </a:r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, com performance recorde dos brasileiros</a:t>
            </a:r>
          </a:p>
          <a:p>
            <a:pPr marL="285750" indent="-285750"/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Acontecimento das </a:t>
            </a:r>
            <a:r>
              <a:rPr lang="pt-BR" sz="16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eliminatórias para a Copa</a:t>
            </a:r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 2026</a:t>
            </a:r>
          </a:p>
          <a:p>
            <a:pPr marL="285750" indent="-285750"/>
            <a:endParaRPr lang="pt-BR" sz="16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3234DD2-000C-1C82-0DCC-62540F084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65" y="3070709"/>
            <a:ext cx="11172568" cy="24298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05DDDB7-83FF-986C-9995-52F582C6AB32}"/>
              </a:ext>
            </a:extLst>
          </p:cNvPr>
          <p:cNvSpPr txBox="1"/>
          <p:nvPr/>
        </p:nvSpPr>
        <p:spPr>
          <a:xfrm>
            <a:off x="834081" y="5673811"/>
            <a:ext cx="1085335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Segoe UI"/>
              </a:rPr>
              <a:t>Levando em consideração estes fatores, sugere-se que a empresa </a:t>
            </a:r>
            <a:r>
              <a:rPr lang="pt-BR" sz="1600">
                <a:latin typeface="Segoe UI Semibold"/>
                <a:cs typeface="Segoe UI Semibold"/>
              </a:rPr>
              <a:t>invista na produção de produtos de esporte anterior a eventos esportivos de alta popularidade</a:t>
            </a:r>
            <a:r>
              <a:rPr lang="pt-BR" sz="1600">
                <a:latin typeface="Segoe UI"/>
              </a:rPr>
              <a:t>, como os Jogos Pan-Americanos, a Copa do Mundo e as Olimpíadas.</a:t>
            </a:r>
            <a:endParaRPr lang="pt-BR" err="1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1014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992A257F-9FF7-91B8-501D-BA89ED36E0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61D8DF2-A80B-0D55-E208-62FEE268789F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ELETRODOMÉSTICOS E CALOR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4C6C0D59-BA20-7497-23A8-608351FA8F4F}"/>
              </a:ext>
            </a:extLst>
          </p:cNvPr>
          <p:cNvSpPr>
            <a:spLocks noGrp="1"/>
          </p:cNvSpPr>
          <p:nvPr/>
        </p:nvSpPr>
        <p:spPr>
          <a:xfrm>
            <a:off x="838200" y="1269572"/>
            <a:ext cx="10515600" cy="12724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700">
                <a:latin typeface="Segoe UI"/>
                <a:ea typeface="Calibri"/>
                <a:cs typeface="Segoe UI"/>
              </a:rPr>
              <a:t>Observando as vendas dos produtos da categoria eletrodomésticos, pôde-se observar uma </a:t>
            </a:r>
            <a:r>
              <a:rPr lang="pt-BR" sz="1700" b="1">
                <a:latin typeface="Segoe UI"/>
                <a:ea typeface="Calibri"/>
                <a:cs typeface="Segoe UI"/>
              </a:rPr>
              <a:t>alta não comum em Março de 2025</a:t>
            </a:r>
            <a:r>
              <a:rPr lang="pt-BR" sz="1700">
                <a:latin typeface="Segoe UI"/>
                <a:ea typeface="Calibri"/>
                <a:cs typeface="Segoe UI"/>
              </a:rPr>
              <a:t>, causada pelo aumento de vendas de ar-condicionado</a:t>
            </a:r>
          </a:p>
          <a:p>
            <a:pPr marL="285750" indent="-285750"/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Março de 2025 foi o segundo março mais quente da história globalmente</a:t>
            </a:r>
          </a:p>
          <a:p>
            <a:pPr marL="285750" indent="-285750"/>
            <a:r>
              <a:rPr lang="pt-BR" sz="1600">
                <a:latin typeface="Segoe UI"/>
                <a:ea typeface="Calibri"/>
                <a:cs typeface="Calibri"/>
              </a:rPr>
              <a:t>Um dos cinco meses mais quentes da história do estado de São Paulo</a:t>
            </a:r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58ED7EF-1DEF-9548-4F6A-0DA670656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89" y="2774419"/>
            <a:ext cx="11347621" cy="2481304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2069959-B26F-3CD1-6AB7-F0E749D72970}"/>
              </a:ext>
            </a:extLst>
          </p:cNvPr>
          <p:cNvSpPr>
            <a:spLocks noGrp="1"/>
          </p:cNvSpPr>
          <p:nvPr/>
        </p:nvSpPr>
        <p:spPr>
          <a:xfrm>
            <a:off x="838200" y="5645924"/>
            <a:ext cx="10515600" cy="5516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Segoe UI"/>
              </a:rPr>
              <a:t>Levando</a:t>
            </a:r>
            <a:r>
              <a:rPr lang="pt-BR" sz="16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pt-BR" sz="1600">
                <a:latin typeface="Segoe UI"/>
                <a:ea typeface="Calibri"/>
                <a:cs typeface="Segoe UI"/>
              </a:rPr>
              <a:t>em consideração estes fatores, sugere-se que a empresa </a:t>
            </a:r>
            <a:r>
              <a:rPr lang="pt-BR" sz="1600">
                <a:latin typeface="Segoe UI Semibold"/>
                <a:ea typeface="Calibri"/>
                <a:cs typeface="Segoe UI Semibold"/>
              </a:rPr>
              <a:t>invista na produção de </a:t>
            </a:r>
            <a:r>
              <a:rPr lang="pt-BR" sz="1600" err="1">
                <a:latin typeface="Segoe UI Semibold"/>
                <a:ea typeface="Calibri"/>
                <a:cs typeface="Segoe UI Semibold"/>
              </a:rPr>
              <a:t>ar-condicionados</a:t>
            </a:r>
            <a:r>
              <a:rPr lang="pt-BR" sz="1600">
                <a:latin typeface="Segoe UI Semibold"/>
                <a:ea typeface="Calibri"/>
                <a:cs typeface="Segoe UI Semibold"/>
              </a:rPr>
              <a:t> quando as previsões climáticas de médio prazo indicarem ondas fortes de calor.</a:t>
            </a:r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936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1BEC1D64-6D0F-5294-8B10-C707F64539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7C50740E-8BB2-AAE8-C493-E63ED411CE7A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O LOCAL DO MERCADO CONSUMIDOR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2AA66988-DF96-3B41-2745-7CCC2C4FBC77}"/>
              </a:ext>
            </a:extLst>
          </p:cNvPr>
          <p:cNvSpPr>
            <a:spLocks noGrp="1"/>
          </p:cNvSpPr>
          <p:nvPr/>
        </p:nvSpPr>
        <p:spPr>
          <a:xfrm>
            <a:off x="838200" y="1269572"/>
            <a:ext cx="10515600" cy="54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Calibri"/>
              </a:rPr>
              <a:t>Observando a quantidade de produtos vendidos em cada estado do país, foi possível perceber uma </a:t>
            </a:r>
            <a:r>
              <a:rPr lang="pt-BR" sz="1600" b="1">
                <a:latin typeface="Segoe UI"/>
                <a:ea typeface="Calibri"/>
                <a:cs typeface="Calibri"/>
              </a:rPr>
              <a:t>presença significa de consumidores paulistanos</a:t>
            </a:r>
            <a:r>
              <a:rPr lang="pt-BR" sz="1600">
                <a:latin typeface="Segoe UI"/>
                <a:ea typeface="Calibri"/>
                <a:cs typeface="Calibri"/>
              </a:rPr>
              <a:t>.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8AEB8F5-91CC-6C4B-1A4E-36A1EBD22DE4}"/>
              </a:ext>
            </a:extLst>
          </p:cNvPr>
          <p:cNvSpPr>
            <a:spLocks noGrp="1"/>
          </p:cNvSpPr>
          <p:nvPr/>
        </p:nvSpPr>
        <p:spPr>
          <a:xfrm>
            <a:off x="838199" y="5964750"/>
            <a:ext cx="8430884" cy="52696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Calibri"/>
              </a:rPr>
              <a:t>Considerando este fato, aconselha-se que a empresa </a:t>
            </a:r>
            <a:r>
              <a:rPr lang="pt-BR" sz="1600">
                <a:latin typeface="Segoe UI Semibold"/>
                <a:ea typeface="Calibri"/>
                <a:cs typeface="Calibri"/>
              </a:rPr>
              <a:t>expanda seu sistema logístico no estado de São Paulo</a:t>
            </a:r>
            <a:r>
              <a:rPr lang="pt-BR" sz="1600">
                <a:latin typeface="Segoe UI"/>
                <a:ea typeface="Calibri"/>
                <a:cs typeface="Calibri"/>
              </a:rPr>
              <a:t>, se necessário, e</a:t>
            </a:r>
            <a:r>
              <a:rPr lang="pt-BR" sz="1600">
                <a:latin typeface="Segoe UI Semibold"/>
                <a:ea typeface="Calibri"/>
                <a:cs typeface="Calibri"/>
              </a:rPr>
              <a:t> concentre possíveis eventos especiais nesse estado</a:t>
            </a:r>
            <a:r>
              <a:rPr lang="pt-BR" sz="1600">
                <a:latin typeface="Segoe UI"/>
                <a:ea typeface="Calibri"/>
                <a:cs typeface="Calibri"/>
              </a:rPr>
              <a:t>.</a:t>
            </a:r>
          </a:p>
        </p:txBody>
      </p:sp>
      <p:pic>
        <p:nvPicPr>
          <p:cNvPr id="12" name="Imagem 11" descr="Tabela&#10;&#10;O conteúdo gerado por IA pode estar incorreto.">
            <a:extLst>
              <a:ext uri="{FF2B5EF4-FFF2-40B4-BE49-F238E27FC236}">
                <a16:creationId xmlns:a16="http://schemas.microsoft.com/office/drawing/2014/main" id="{B8A68975-06AF-F38E-52AB-AB5C665C8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566" y="1745896"/>
            <a:ext cx="9086491" cy="39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18E8F4-B58B-529A-E94A-90F9581A89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65027" y="-4629"/>
            <a:ext cx="13050151" cy="955728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0D1F3B43-0348-7264-7518-0E28640129FE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903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highlight>
                  <a:srgbClr val="FF9A73"/>
                </a:highlight>
                <a:latin typeface="Segoe UI"/>
                <a:ea typeface="Calibri Light"/>
                <a:cs typeface="Calibri Light"/>
              </a:rPr>
              <a:t>SAZONALIDADES GERAIS</a:t>
            </a:r>
            <a:endParaRPr lang="pt-BR" sz="3000" b="1">
              <a:highlight>
                <a:srgbClr val="FF9A73"/>
              </a:highlight>
              <a:latin typeface="Segoe UI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A41B1E91-2E28-F806-4BB5-E7BDFB767E0C}"/>
              </a:ext>
            </a:extLst>
          </p:cNvPr>
          <p:cNvSpPr>
            <a:spLocks noGrp="1"/>
          </p:cNvSpPr>
          <p:nvPr/>
        </p:nvSpPr>
        <p:spPr>
          <a:xfrm>
            <a:off x="838200" y="1269572"/>
            <a:ext cx="10515600" cy="99441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>
                <a:latin typeface="Segoe UI"/>
                <a:ea typeface="Calibri"/>
                <a:cs typeface="Calibri"/>
              </a:rPr>
              <a:t>Observando a quantidade de vendas durante o ano, podem-se destacar algumas sazonalidades:</a:t>
            </a:r>
          </a:p>
          <a:p>
            <a:pPr marL="285750" indent="-285750"/>
            <a:r>
              <a:rPr lang="pt-BR" sz="1600" b="1">
                <a:latin typeface="Segoe UI"/>
                <a:ea typeface="Calibri"/>
                <a:cs typeface="Calibri"/>
              </a:rPr>
              <a:t>Alta de vendas no final do ano</a:t>
            </a:r>
            <a:r>
              <a:rPr lang="pt-BR" sz="1600">
                <a:latin typeface="Segoe UI"/>
                <a:ea typeface="Calibri"/>
                <a:cs typeface="Calibri"/>
              </a:rPr>
              <a:t>, em decorrência da Black Friday, Natal e Ano Novo</a:t>
            </a:r>
          </a:p>
          <a:p>
            <a:pPr marL="285750" indent="-285750"/>
            <a:r>
              <a:rPr lang="pt-BR" sz="1600" b="1">
                <a:latin typeface="Segoe UI"/>
                <a:ea typeface="Calibri"/>
                <a:cs typeface="Calibri"/>
              </a:rPr>
              <a:t>Queda de vendas em Fevereiro</a:t>
            </a:r>
            <a:r>
              <a:rPr lang="pt-BR" sz="1600">
                <a:latin typeface="Segoe UI"/>
                <a:ea typeface="Calibri"/>
                <a:cs typeface="Calibri"/>
              </a:rPr>
              <a:t>, em decorrência da alta de final de ano e da necessidade de limpeza de estoque</a:t>
            </a:r>
            <a:endParaRPr lang="pt-BR" sz="1600">
              <a:ea typeface="+mn-lt"/>
              <a:cs typeface="+mn-lt"/>
            </a:endParaRPr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F509C57-EE64-B486-47EC-25FEC6572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30" y="2587482"/>
            <a:ext cx="9704717" cy="382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25729-4CD7-9707-1508-25C01973E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D98B483-DEEF-E20D-B6FE-5B419DA2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1178" y="-1356101"/>
            <a:ext cx="13050151" cy="95572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C5ED4D-6589-A0DB-13F6-D13518F0F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782" y="865750"/>
            <a:ext cx="11163106" cy="2031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5000" b="1">
                <a:highlight>
                  <a:srgbClr val="FF6A33"/>
                </a:highlight>
                <a:latin typeface="Segoe UI"/>
                <a:ea typeface="Calibri Light"/>
                <a:cs typeface="Calibri Light"/>
              </a:rPr>
              <a:t>OBRIGADO!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5BF7A6-B334-2C55-2D16-1864AA6BA64E}"/>
              </a:ext>
            </a:extLst>
          </p:cNvPr>
          <p:cNvSpPr/>
          <p:nvPr/>
        </p:nvSpPr>
        <p:spPr>
          <a:xfrm>
            <a:off x="-361456" y="4409814"/>
            <a:ext cx="6452350" cy="3931539"/>
          </a:xfrm>
          <a:prstGeom prst="ellipse">
            <a:avLst/>
          </a:prstGeom>
          <a:solidFill>
            <a:srgbClr val="FFFFFF">
              <a:alpha val="13000"/>
            </a:srgb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6" name="Gráfico 45" descr="DataEX Logo">
            <a:extLst>
              <a:ext uri="{FF2B5EF4-FFF2-40B4-BE49-F238E27FC236}">
                <a16:creationId xmlns:a16="http://schemas.microsoft.com/office/drawing/2014/main" id="{F5CA7393-D17E-1825-9751-9C98B48AF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25" y="5887711"/>
            <a:ext cx="1790975" cy="48521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700D82B0-93D3-F1B2-20E3-482FD61BC1BA}"/>
              </a:ext>
            </a:extLst>
          </p:cNvPr>
          <p:cNvSpPr txBox="1">
            <a:spLocks/>
          </p:cNvSpPr>
          <p:nvPr/>
        </p:nvSpPr>
        <p:spPr>
          <a:xfrm>
            <a:off x="2567744" y="3410541"/>
            <a:ext cx="7396238" cy="1211546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" b="1" i="1">
                <a:solidFill>
                  <a:srgbClr val="FF4500"/>
                </a:solidFill>
                <a:latin typeface="Book Antiqua"/>
                <a:ea typeface="Calibri Light"/>
                <a:cs typeface="Calibri Light"/>
              </a:rPr>
              <a:t>"Sem dados você é apenas mais uma pessoa com uma opinião" - W. Edwards Deming</a:t>
            </a:r>
          </a:p>
        </p:txBody>
      </p:sp>
    </p:spTree>
    <p:extLst>
      <p:ext uri="{BB962C8B-B14F-4D97-AF65-F5344CB8AC3E}">
        <p14:creationId xmlns:p14="http://schemas.microsoft.com/office/powerpoint/2010/main" val="1142574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  <wetp:taskpane dockstate="right" visibility="1" width="350" row="0">
    <wetp:webextensionref xmlns:r="http://schemas.openxmlformats.org/officeDocument/2006/relationships" r:id="rId3"/>
  </wetp:taskpane>
  <wetp:taskpane dockstate="right" visibility="1" width="350" row="0">
    <wetp:webextensionref xmlns:r="http://schemas.openxmlformats.org/officeDocument/2006/relationships" r:id="rId4"/>
  </wetp:taskpane>
  <wetp:taskpane dockstate="right" visibility="1" width="350" row="0">
    <wetp:webextensionref xmlns:r="http://schemas.openxmlformats.org/officeDocument/2006/relationships" r:id="rId5"/>
  </wetp:taskpane>
</wetp:taskpanes>
</file>

<file path=ppt/webextensions/webextension1.xml><?xml version="1.0" encoding="utf-8"?>
<we:webextension xmlns:we="http://schemas.microsoft.com/office/webextensions/webextension/2010/11" id="{1BE96BCE-0B8B-46A2-8B7C-C552F3780CE7}">
  <we:reference id="wa104381411" version="2.4.5" store="en-US" storeType="omex"/>
  <we:alternateReferences>
    <we:reference id="wa104381411" version="2.4.5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74F35DF-77D0-4159-A4EF-2F52301254F9}">
  <we:reference id="wa200001409" version="2.0.0.0" store="en-US" storeType="omex"/>
  <we:alternateReferences>
    <we:reference id="wa200001409" version="2.0.0.0" store="omex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9EB823B-5BF9-4DE5-8232-118CC4B44915}">
  <we:reference id="wa200003052" version="7.0.0" store="en-US" storeType="omex"/>
  <we:alternateReferences>
    <we:reference id="wa200003052" version="7.0.0" store="omex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4863F32-5EFF-4A04-8D97-84D75ED5B3AB}">
  <we:reference id="wa200001396" version="5.1.1.0" store="en-US" storeType="omex"/>
  <we:alternateReferences>
    <we:reference id="wa200001396" version="5.1.1.0" store="omex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DA7BA25E-D6C3-47EB-9407-53C82C00D6F9}">
  <we:reference id="wa200003157" version="1.0.0.0" store="en-US" storeType="omex"/>
  <we:alternateReferences>
    <we:reference id="wa200003157" version="1.0.0.0" store="omex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2A42AE57E09C4EB640C624930AF965" ma:contentTypeVersion="14" ma:contentTypeDescription="Create a new document." ma:contentTypeScope="" ma:versionID="f95614c83ce0857e887d45f2bd28fe09">
  <xsd:schema xmlns:xsd="http://www.w3.org/2001/XMLSchema" xmlns:xs="http://www.w3.org/2001/XMLSchema" xmlns:p="http://schemas.microsoft.com/office/2006/metadata/properties" xmlns:ns3="f33b039a-6a8a-42b0-9ef4-a9edbfd26523" xmlns:ns4="e4d7b958-08ee-4c20-b0d5-6c1383aaae0d" targetNamespace="http://schemas.microsoft.com/office/2006/metadata/properties" ma:root="true" ma:fieldsID="bcef040bc503be0a345b717612bd7bf8" ns3:_="" ns4:_="">
    <xsd:import namespace="f33b039a-6a8a-42b0-9ef4-a9edbfd26523"/>
    <xsd:import namespace="e4d7b958-08ee-4c20-b0d5-6c1383aaae0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3b039a-6a8a-42b0-9ef4-a9edbfd265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7b958-08ee-4c20-b0d5-6c1383aaae0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3b039a-6a8a-42b0-9ef4-a9edbfd265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BAFA8E-8991-48C9-9AD5-F55B7915045A}">
  <ds:schemaRefs>
    <ds:schemaRef ds:uri="e4d7b958-08ee-4c20-b0d5-6c1383aaae0d"/>
    <ds:schemaRef ds:uri="f33b039a-6a8a-42b0-9ef4-a9edbfd265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e4d7b958-08ee-4c20-b0d5-6c1383aaae0d"/>
    <ds:schemaRef ds:uri="f33b039a-6a8a-42b0-9ef4-a9edbfd265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DATA STORYTELLING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revision>4</cp:revision>
  <dcterms:created xsi:type="dcterms:W3CDTF">2018-06-07T21:39:02Z</dcterms:created>
  <dcterms:modified xsi:type="dcterms:W3CDTF">2026-02-06T18:47:30Z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0x0101005B2A42AE57E09C4EB640C624930AF965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